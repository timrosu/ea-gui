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4" r:id="rId16"/>
    <p:sldId id="276" r:id="rId17"/>
    <p:sldId id="275" r:id="rId18"/>
    <p:sldId id="277" r:id="rId19"/>
    <p:sldId id="269" r:id="rId20"/>
    <p:sldId id="267" r:id="rId21"/>
    <p:sldId id="268" r:id="rId22"/>
    <p:sldId id="280" r:id="rId23"/>
    <p:sldId id="278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C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7B782-812B-0605-F8E2-67B3D16CD1FE}" v="6" dt="2024-04-23T18:32:43.707"/>
    <p1510:client id="{0EA6F5C8-9E5E-BDF3-D38B-302E4B8C4EA4}" v="1826" dt="2024-04-24T06:29:29.891"/>
    <p1510:client id="{33EDF0C1-A60B-E4A4-2FB6-C04460BB2426}" v="13" dt="2024-04-23T11:46:03.311"/>
    <p1510:client id="{34B0A359-8989-3D16-57CD-FDE343E170FC}" v="7" dt="2024-04-23T11:38:56.087"/>
    <p1510:client id="{60402D18-D69D-32B6-5ABD-5A759490ACBB}" v="25" dt="2024-04-22T09:48:55.679"/>
    <p1510:client id="{737415BD-B4E3-4B88-626B-E3D2E78F547A}" v="3" dt="2024-04-24T08:57:22.667"/>
    <p1510:client id="{80E18156-84C7-46B2-6ED9-A9FA0152ACC3}" v="6" dt="2024-04-23T09:38:24.334"/>
    <p1510:client id="{AA4064FD-3777-C2F3-1D44-5D34E3C88974}" v="1" dt="2024-04-22T09:50:11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Rosulnik" userId="S::tim.rosulnik@sg.sckr.si::72617c08-ae52-413b-a896-3a30ab572709" providerId="AD" clId="Web-{0AD7B782-812B-0605-F8E2-67B3D16CD1FE}"/>
    <pc:docChg chg="modSld">
      <pc:chgData name="Tim Rosulnik" userId="S::tim.rosulnik@sg.sckr.si::72617c08-ae52-413b-a896-3a30ab572709" providerId="AD" clId="Web-{0AD7B782-812B-0605-F8E2-67B3D16CD1FE}" dt="2024-04-23T18:32:43.223" v="2"/>
      <pc:docMkLst>
        <pc:docMk/>
      </pc:docMkLst>
      <pc:sldChg chg="modSp">
        <pc:chgData name="Tim Rosulnik" userId="S::tim.rosulnik@sg.sckr.si::72617c08-ae52-413b-a896-3a30ab572709" providerId="AD" clId="Web-{0AD7B782-812B-0605-F8E2-67B3D16CD1FE}" dt="2024-04-23T18:32:43.223" v="2"/>
        <pc:sldMkLst>
          <pc:docMk/>
          <pc:sldMk cId="109857222" sldId="256"/>
        </pc:sldMkLst>
        <pc:picChg chg="mod">
          <ac:chgData name="Tim Rosulnik" userId="S::tim.rosulnik@sg.sckr.si::72617c08-ae52-413b-a896-3a30ab572709" providerId="AD" clId="Web-{0AD7B782-812B-0605-F8E2-67B3D16CD1FE}" dt="2024-04-23T18:32:43.223" v="2"/>
          <ac:picMkLst>
            <pc:docMk/>
            <pc:sldMk cId="109857222" sldId="256"/>
            <ac:picMk id="6" creationId="{FC7E3036-535E-4D4C-A3D7-48AA2EBA3FA7}"/>
          </ac:picMkLst>
        </pc:picChg>
      </pc:sldChg>
    </pc:docChg>
  </pc:docChgLst>
  <pc:docChgLst>
    <pc:chgData name="Tim Rosulnik" userId="S::tim.rosulnik@sg.sckr.si::72617c08-ae52-413b-a896-3a30ab572709" providerId="AD" clId="Web-{0EA6F5C8-9E5E-BDF3-D38B-302E4B8C4EA4}"/>
    <pc:docChg chg="addSld delSld modSld sldOrd">
      <pc:chgData name="Tim Rosulnik" userId="S::tim.rosulnik@sg.sckr.si::72617c08-ae52-413b-a896-3a30ab572709" providerId="AD" clId="Web-{0EA6F5C8-9E5E-BDF3-D38B-302E4B8C4EA4}" dt="2024-04-24T06:29:29.891" v="1777"/>
      <pc:docMkLst>
        <pc:docMk/>
      </pc:docMkLst>
      <pc:sldChg chg="addSp delSp modSp mod setBg">
        <pc:chgData name="Tim Rosulnik" userId="S::tim.rosulnik@sg.sckr.si::72617c08-ae52-413b-a896-3a30ab572709" providerId="AD" clId="Web-{0EA6F5C8-9E5E-BDF3-D38B-302E4B8C4EA4}" dt="2024-04-23T20:33:32.393" v="137" actId="20577"/>
        <pc:sldMkLst>
          <pc:docMk/>
          <pc:sldMk cId="109857222" sldId="256"/>
        </pc:sldMkLst>
        <pc:spChg chg="mod">
          <ac:chgData name="Tim Rosulnik" userId="S::tim.rosulnik@sg.sckr.si::72617c08-ae52-413b-a896-3a30ab572709" providerId="AD" clId="Web-{0EA6F5C8-9E5E-BDF3-D38B-302E4B8C4EA4}" dt="2024-04-23T20:33:28.533" v="13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im Rosulnik" userId="S::tim.rosulnik@sg.sckr.si::72617c08-ae52-413b-a896-3a30ab572709" providerId="AD" clId="Web-{0EA6F5C8-9E5E-BDF3-D38B-302E4B8C4EA4}" dt="2024-04-23T20:33:32.393" v="137" actId="20577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72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74" creationId="{AAD3D935-ECFC-4862-B395-207C13BAC3B7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78" creationId="{ADA271CD-3011-4A05-B4A3-80F1794684F2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26:40.158" v="38"/>
          <ac:spMkLst>
            <pc:docMk/>
            <pc:sldMk cId="109857222" sldId="256"/>
            <ac:spMk id="183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26:40.158" v="38"/>
          <ac:spMkLst>
            <pc:docMk/>
            <pc:sldMk cId="109857222" sldId="256"/>
            <ac:spMk id="187" creationId="{7021D92D-08FF-45A6-9109-AC9462C7E8E3}"/>
          </ac:spMkLst>
        </pc:spChg>
        <pc:spChg chg="add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89" creationId="{ADA271CD-3011-4A05-B4A3-80F1794684F2}"/>
          </ac:spMkLst>
        </pc:spChg>
        <pc:spChg chg="add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90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0:26:40.174" v="39"/>
          <ac:spMkLst>
            <pc:docMk/>
            <pc:sldMk cId="109857222" sldId="256"/>
            <ac:spMk id="192" creationId="{13AD65D1-B021-4B05-9F8F-4D82BD3BDE14}"/>
          </ac:spMkLst>
        </pc:spChg>
        <pc:picChg chg="mod">
          <ac:chgData name="Tim Rosulnik" userId="S::tim.rosulnik@sg.sckr.si::72617c08-ae52-413b-a896-3a30ab572709" providerId="AD" clId="Web-{0EA6F5C8-9E5E-BDF3-D38B-302E4B8C4EA4}" dt="2024-04-23T20:26:40.174" v="39"/>
          <ac:picMkLst>
            <pc:docMk/>
            <pc:sldMk cId="109857222" sldId="256"/>
            <ac:picMk id="6" creationId="{FC7E3036-535E-4D4C-A3D7-48AA2EBA3FA7}"/>
          </ac:picMkLst>
        </pc:picChg>
        <pc:cxnChg chg="add del">
          <ac:chgData name="Tim Rosulnik" userId="S::tim.rosulnik@sg.sckr.si::72617c08-ae52-413b-a896-3a30ab572709" providerId="AD" clId="Web-{0EA6F5C8-9E5E-BDF3-D38B-302E4B8C4EA4}" dt="2024-04-23T20:26:40.174" v="39"/>
          <ac:cxnSpMkLst>
            <pc:docMk/>
            <pc:sldMk cId="109857222" sldId="256"/>
            <ac:cxnSpMk id="176" creationId="{E3B95BE3-D5B2-4F38-9A01-17866C9FBA6E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0:26:40.158" v="38"/>
          <ac:cxnSpMkLst>
            <pc:docMk/>
            <pc:sldMk cId="109857222" sldId="256"/>
            <ac:cxnSpMk id="185" creationId="{D81E42A3-743C-4C15-9DA8-93AA9AEBFB17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0:26:40.174" v="39"/>
          <ac:cxnSpMkLst>
            <pc:docMk/>
            <pc:sldMk cId="109857222" sldId="256"/>
            <ac:cxnSpMk id="191" creationId="{E3B95BE3-D5B2-4F38-9A01-17866C9FBA6E}"/>
          </ac:cxnSpMkLst>
        </pc:cxnChg>
      </pc:sldChg>
      <pc:sldChg chg="addSp delSp modSp mod setBg">
        <pc:chgData name="Tim Rosulnik" userId="S::tim.rosulnik@sg.sckr.si::72617c08-ae52-413b-a896-3a30ab572709" providerId="AD" clId="Web-{0EA6F5C8-9E5E-BDF3-D38B-302E4B8C4EA4}" dt="2024-04-23T20:38:31.045" v="164"/>
        <pc:sldMkLst>
          <pc:docMk/>
          <pc:sldMk cId="2421849048" sldId="257"/>
        </pc:sldMkLst>
        <pc:spChg chg="mod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2" creationId="{EA26ECA7-2723-1852-9FBF-CDCC2350E712}"/>
          </ac:spMkLst>
        </pc:spChg>
        <pc:spChg chg="del mod">
          <ac:chgData name="Tim Rosulnik" userId="S::tim.rosulnik@sg.sckr.si::72617c08-ae52-413b-a896-3a30ab572709" providerId="AD" clId="Web-{0EA6F5C8-9E5E-BDF3-D38B-302E4B8C4EA4}" dt="2024-04-23T20:37:31.262" v="158"/>
          <ac:spMkLst>
            <pc:docMk/>
            <pc:sldMk cId="2421849048" sldId="257"/>
            <ac:spMk id="3" creationId="{CE3AED5A-D27D-A17E-C040-2809972B38B1}"/>
          </ac:spMkLst>
        </pc:spChg>
        <pc:spChg chg="add del mod">
          <ac:chgData name="Tim Rosulnik" userId="S::tim.rosulnik@sg.sckr.si::72617c08-ae52-413b-a896-3a30ab572709" providerId="AD" clId="Web-{0EA6F5C8-9E5E-BDF3-D38B-302E4B8C4EA4}" dt="2024-04-23T20:37:34.605" v="159"/>
          <ac:spMkLst>
            <pc:docMk/>
            <pc:sldMk cId="2421849048" sldId="257"/>
            <ac:spMk id="5" creationId="{C1791DAD-E82C-8864-B156-7B1B5FB6B64C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8" creationId="{72411438-92A5-42B0-9C54-EA4FB32ACB5E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10" creationId="{C5176844-69C3-4F79-BE38-EA5BDDF4FEA4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14" creationId="{A101E513-AF74-4E9D-A31F-99664250722D}"/>
          </ac:spMkLst>
        </pc:spChg>
        <pc:spChg chg="add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19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0:37:54.606" v="160"/>
          <ac:spMkLst>
            <pc:docMk/>
            <pc:sldMk cId="2421849048" sldId="257"/>
            <ac:spMk id="23" creationId="{B3BE00DD-5F52-49B1-A83B-F2E555AC5D05}"/>
          </ac:spMkLst>
        </pc:spChg>
        <pc:cxnChg chg="add del">
          <ac:chgData name="Tim Rosulnik" userId="S::tim.rosulnik@sg.sckr.si::72617c08-ae52-413b-a896-3a30ab572709" providerId="AD" clId="Web-{0EA6F5C8-9E5E-BDF3-D38B-302E4B8C4EA4}" dt="2024-04-23T20:37:54.606" v="160"/>
          <ac:cxnSpMkLst>
            <pc:docMk/>
            <pc:sldMk cId="2421849048" sldId="257"/>
            <ac:cxnSpMk id="12" creationId="{AEF97C72-3F89-4F0A-9629-01818B389CF0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0:37:54.606" v="160"/>
          <ac:cxnSpMkLst>
            <pc:docMk/>
            <pc:sldMk cId="2421849048" sldId="257"/>
            <ac:cxnSpMk id="21" creationId="{DE3FB7FD-3883-4AFF-8349-2E3BBDA714EA}"/>
          </ac:cxnSpMkLst>
        </pc:cxnChg>
      </pc:sldChg>
      <pc:sldChg chg="addSp delSp modSp add mod ord replId setBg">
        <pc:chgData name="Tim Rosulnik" userId="S::tim.rosulnik@sg.sckr.si::72617c08-ae52-413b-a896-3a30ab572709" providerId="AD" clId="Web-{0EA6F5C8-9E5E-BDF3-D38B-302E4B8C4EA4}" dt="2024-04-23T21:20:54.002" v="879" actId="20577"/>
        <pc:sldMkLst>
          <pc:docMk/>
          <pc:sldMk cId="1245063235" sldId="258"/>
        </pc:sldMkLst>
        <pc:spChg chg="mod">
          <ac:chgData name="Tim Rosulnik" userId="S::tim.rosulnik@sg.sckr.si::72617c08-ae52-413b-a896-3a30ab572709" providerId="AD" clId="Web-{0EA6F5C8-9E5E-BDF3-D38B-302E4B8C4EA4}" dt="2024-04-23T20:39:04.703" v="167" actId="20577"/>
          <ac:spMkLst>
            <pc:docMk/>
            <pc:sldMk cId="1245063235" sldId="258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20:54.002" v="879" actId="20577"/>
          <ac:spMkLst>
            <pc:docMk/>
            <pc:sldMk cId="1245063235" sldId="258"/>
            <ac:spMk id="3" creationId="{CE3AED5A-D27D-A17E-C040-2809972B38B1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8" creationId="{72411438-92A5-42B0-9C54-EA4FB32ACB5E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10" creationId="{C5176844-69C3-4F79-BE38-EA5BDDF4FEA4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14" creationId="{A101E513-AF74-4E9D-A31F-99664250722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8:10.310" v="162"/>
          <ac:spMkLst>
            <pc:docMk/>
            <pc:sldMk cId="1245063235" sldId="258"/>
            <ac:spMk id="19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0:38:10.310" v="162"/>
          <ac:spMkLst>
            <pc:docMk/>
            <pc:sldMk cId="1245063235" sldId="258"/>
            <ac:spMk id="23" creationId="{B3BE00DD-5F52-49B1-A83B-F2E555AC5D05}"/>
          </ac:spMkLst>
        </pc:spChg>
        <pc:spChg chg="add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25" creationId="{A101E513-AF74-4E9D-A31F-99664250722D}"/>
          </ac:spMkLst>
        </pc:spChg>
        <pc:spChg chg="add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26" creationId="{72411438-92A5-42B0-9C54-EA4FB32ACB5E}"/>
          </ac:spMkLst>
        </pc:spChg>
        <pc:spChg chg="add">
          <ac:chgData name="Tim Rosulnik" userId="S::tim.rosulnik@sg.sckr.si::72617c08-ae52-413b-a896-3a30ab572709" providerId="AD" clId="Web-{0EA6F5C8-9E5E-BDF3-D38B-302E4B8C4EA4}" dt="2024-04-23T20:38:10.326" v="163"/>
          <ac:spMkLst>
            <pc:docMk/>
            <pc:sldMk cId="1245063235" sldId="258"/>
            <ac:spMk id="27" creationId="{C5176844-69C3-4F79-BE38-EA5BDDF4FEA4}"/>
          </ac:spMkLst>
        </pc:spChg>
        <pc:cxnChg chg="add del">
          <ac:chgData name="Tim Rosulnik" userId="S::tim.rosulnik@sg.sckr.si::72617c08-ae52-413b-a896-3a30ab572709" providerId="AD" clId="Web-{0EA6F5C8-9E5E-BDF3-D38B-302E4B8C4EA4}" dt="2024-04-23T20:38:10.326" v="163"/>
          <ac:cxnSpMkLst>
            <pc:docMk/>
            <pc:sldMk cId="1245063235" sldId="258"/>
            <ac:cxnSpMk id="12" creationId="{AEF97C72-3F89-4F0A-9629-01818B389CF0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0:38:10.310" v="162"/>
          <ac:cxnSpMkLst>
            <pc:docMk/>
            <pc:sldMk cId="1245063235" sldId="258"/>
            <ac:cxnSpMk id="21" creationId="{DE3FB7FD-3883-4AFF-8349-2E3BBDA714EA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0:38:10.326" v="163"/>
          <ac:cxnSpMkLst>
            <pc:docMk/>
            <pc:sldMk cId="1245063235" sldId="258"/>
            <ac:cxnSpMk id="28" creationId="{AEF97C72-3F89-4F0A-9629-01818B389CF0}"/>
          </ac:cxnSpMkLst>
        </pc:cxnChg>
      </pc:sldChg>
      <pc:sldChg chg="new del">
        <pc:chgData name="Tim Rosulnik" userId="S::tim.rosulnik@sg.sckr.si::72617c08-ae52-413b-a896-3a30ab572709" providerId="AD" clId="Web-{0EA6F5C8-9E5E-BDF3-D38B-302E4B8C4EA4}" dt="2024-04-23T20:36:07.711" v="139"/>
        <pc:sldMkLst>
          <pc:docMk/>
          <pc:sldMk cId="4199363099" sldId="258"/>
        </pc:sldMkLst>
      </pc:sldChg>
      <pc:sldChg chg="modSp add replId">
        <pc:chgData name="Tim Rosulnik" userId="S::tim.rosulnik@sg.sckr.si::72617c08-ae52-413b-a896-3a30ab572709" providerId="AD" clId="Web-{0EA6F5C8-9E5E-BDF3-D38B-302E4B8C4EA4}" dt="2024-04-23T20:45:40.452" v="276" actId="20577"/>
        <pc:sldMkLst>
          <pc:docMk/>
          <pc:sldMk cId="1067597802" sldId="259"/>
        </pc:sldMkLst>
        <pc:spChg chg="mod">
          <ac:chgData name="Tim Rosulnik" userId="S::tim.rosulnik@sg.sckr.si::72617c08-ae52-413b-a896-3a30ab572709" providerId="AD" clId="Web-{0EA6F5C8-9E5E-BDF3-D38B-302E4B8C4EA4}" dt="2024-04-23T20:39:57.923" v="168" actId="20577"/>
          <ac:spMkLst>
            <pc:docMk/>
            <pc:sldMk cId="1067597802" sldId="259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0:45:40.452" v="276" actId="20577"/>
          <ac:spMkLst>
            <pc:docMk/>
            <pc:sldMk cId="1067597802" sldId="259"/>
            <ac:spMk id="3" creationId="{CE3AED5A-D27D-A17E-C040-2809972B38B1}"/>
          </ac:spMkLst>
        </pc:spChg>
      </pc:sldChg>
      <pc:sldChg chg="add del replId">
        <pc:chgData name="Tim Rosulnik" userId="S::tim.rosulnik@sg.sckr.si::72617c08-ae52-413b-a896-3a30ab572709" providerId="AD" clId="Web-{0EA6F5C8-9E5E-BDF3-D38B-302E4B8C4EA4}" dt="2024-04-23T20:40:14.049" v="169"/>
        <pc:sldMkLst>
          <pc:docMk/>
          <pc:sldMk cId="2647768551" sldId="260"/>
        </pc:sldMkLst>
      </pc:sldChg>
      <pc:sldChg chg="modSp add replId">
        <pc:chgData name="Tim Rosulnik" userId="S::tim.rosulnik@sg.sckr.si::72617c08-ae52-413b-a896-3a30ab572709" providerId="AD" clId="Web-{0EA6F5C8-9E5E-BDF3-D38B-302E4B8C4EA4}" dt="2024-04-23T21:14:33.144" v="865" actId="20577"/>
        <pc:sldMkLst>
          <pc:docMk/>
          <pc:sldMk cId="4165371002" sldId="260"/>
        </pc:sldMkLst>
        <pc:spChg chg="mod">
          <ac:chgData name="Tim Rosulnik" userId="S::tim.rosulnik@sg.sckr.si::72617c08-ae52-413b-a896-3a30ab572709" providerId="AD" clId="Web-{0EA6F5C8-9E5E-BDF3-D38B-302E4B8C4EA4}" dt="2024-04-23T20:40:38.847" v="178" actId="20577"/>
          <ac:spMkLst>
            <pc:docMk/>
            <pc:sldMk cId="4165371002" sldId="260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14:33.144" v="865" actId="20577"/>
          <ac:spMkLst>
            <pc:docMk/>
            <pc:sldMk cId="4165371002" sldId="260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1:32:47.436" v="888" actId="20577"/>
        <pc:sldMkLst>
          <pc:docMk/>
          <pc:sldMk cId="1059354728" sldId="261"/>
        </pc:sldMkLst>
        <pc:spChg chg="mod">
          <ac:chgData name="Tim Rosulnik" userId="S::tim.rosulnik@sg.sckr.si::72617c08-ae52-413b-a896-3a30ab572709" providerId="AD" clId="Web-{0EA6F5C8-9E5E-BDF3-D38B-302E4B8C4EA4}" dt="2024-04-23T20:40:44.019" v="181" actId="20577"/>
          <ac:spMkLst>
            <pc:docMk/>
            <pc:sldMk cId="1059354728" sldId="261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32:47.436" v="888" actId="20577"/>
          <ac:spMkLst>
            <pc:docMk/>
            <pc:sldMk cId="1059354728" sldId="261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1:01:39.067" v="622" actId="20577"/>
        <pc:sldMkLst>
          <pc:docMk/>
          <pc:sldMk cId="140939760" sldId="262"/>
        </pc:sldMkLst>
        <pc:spChg chg="mod">
          <ac:chgData name="Tim Rosulnik" userId="S::tim.rosulnik@sg.sckr.si::72617c08-ae52-413b-a896-3a30ab572709" providerId="AD" clId="Web-{0EA6F5C8-9E5E-BDF3-D38B-302E4B8C4EA4}" dt="2024-04-23T20:40:52.926" v="185" actId="20577"/>
          <ac:spMkLst>
            <pc:docMk/>
            <pc:sldMk cId="140939760" sldId="262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01:39.067" v="622" actId="20577"/>
          <ac:spMkLst>
            <pc:docMk/>
            <pc:sldMk cId="140939760" sldId="262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1:11:01.151" v="790" actId="20577"/>
        <pc:sldMkLst>
          <pc:docMk/>
          <pc:sldMk cId="851985076" sldId="263"/>
        </pc:sldMkLst>
        <pc:spChg chg="mod">
          <ac:chgData name="Tim Rosulnik" userId="S::tim.rosulnik@sg.sckr.si::72617c08-ae52-413b-a896-3a30ab572709" providerId="AD" clId="Web-{0EA6F5C8-9E5E-BDF3-D38B-302E4B8C4EA4}" dt="2024-04-23T20:40:59.004" v="186" actId="20577"/>
          <ac:spMkLst>
            <pc:docMk/>
            <pc:sldMk cId="851985076" sldId="263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11:01.151" v="790" actId="20577"/>
          <ac:spMkLst>
            <pc:docMk/>
            <pc:sldMk cId="851985076" sldId="263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1:14:47.863" v="869" actId="20577"/>
        <pc:sldMkLst>
          <pc:docMk/>
          <pc:sldMk cId="1424685572" sldId="264"/>
        </pc:sldMkLst>
        <pc:spChg chg="mod">
          <ac:chgData name="Tim Rosulnik" userId="S::tim.rosulnik@sg.sckr.si::72617c08-ae52-413b-a896-3a30ab572709" providerId="AD" clId="Web-{0EA6F5C8-9E5E-BDF3-D38B-302E4B8C4EA4}" dt="2024-04-23T20:41:02.254" v="187" actId="20577"/>
          <ac:spMkLst>
            <pc:docMk/>
            <pc:sldMk cId="1424685572" sldId="264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14:47.863" v="869" actId="20577"/>
          <ac:spMkLst>
            <pc:docMk/>
            <pc:sldMk cId="1424685572" sldId="264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1:09:05.116" v="729" actId="20577"/>
        <pc:sldMkLst>
          <pc:docMk/>
          <pc:sldMk cId="1514651891" sldId="265"/>
        </pc:sldMkLst>
        <pc:spChg chg="mod">
          <ac:chgData name="Tim Rosulnik" userId="S::tim.rosulnik@sg.sckr.si::72617c08-ae52-413b-a896-3a30ab572709" providerId="AD" clId="Web-{0EA6F5C8-9E5E-BDF3-D38B-302E4B8C4EA4}" dt="2024-04-23T20:41:08.004" v="193" actId="20577"/>
          <ac:spMkLst>
            <pc:docMk/>
            <pc:sldMk cId="1514651891" sldId="265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09:05.116" v="729" actId="20577"/>
          <ac:spMkLst>
            <pc:docMk/>
            <pc:sldMk cId="1514651891" sldId="265"/>
            <ac:spMk id="3" creationId="{CE3AED5A-D27D-A17E-C040-2809972B38B1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3T22:04:24.165" v="1064" actId="20577"/>
        <pc:sldMkLst>
          <pc:docMk/>
          <pc:sldMk cId="1082481206" sldId="266"/>
        </pc:sldMkLst>
        <pc:spChg chg="mod">
          <ac:chgData name="Tim Rosulnik" userId="S::tim.rosulnik@sg.sckr.si::72617c08-ae52-413b-a896-3a30ab572709" providerId="AD" clId="Web-{0EA6F5C8-9E5E-BDF3-D38B-302E4B8C4EA4}" dt="2024-04-23T22:04:24.165" v="1064" actId="20577"/>
          <ac:spMkLst>
            <pc:docMk/>
            <pc:sldMk cId="1082481206" sldId="266"/>
            <ac:spMk id="2" creationId="{EA26ECA7-2723-1852-9FBF-CDCC2350E712}"/>
          </ac:spMkLst>
        </pc:spChg>
      </pc:sldChg>
      <pc:sldChg chg="addSp delSp modSp add mod ord replId setBg">
        <pc:chgData name="Tim Rosulnik" userId="S::tim.rosulnik@sg.sckr.si::72617c08-ae52-413b-a896-3a30ab572709" providerId="AD" clId="Web-{0EA6F5C8-9E5E-BDF3-D38B-302E4B8C4EA4}" dt="2024-04-24T06:29:29.891" v="1776"/>
        <pc:sldMkLst>
          <pc:docMk/>
          <pc:sldMk cId="1165310172" sldId="267"/>
        </pc:sldMkLst>
        <pc:spChg chg="mod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3" creationId="{CE3AED5A-D27D-A17E-C040-2809972B38B1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8" creationId="{72411438-92A5-42B0-9C54-EA4FB32ACB5E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10" creationId="{C5176844-69C3-4F79-BE38-EA5BDDF4FEA4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14" creationId="{A101E513-AF74-4E9D-A31F-99664250722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1.283" v="966"/>
          <ac:spMkLst>
            <pc:docMk/>
            <pc:sldMk cId="1165310172" sldId="267"/>
            <ac:spMk id="19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1.283" v="966"/>
          <ac:spMkLst>
            <pc:docMk/>
            <pc:sldMk cId="1165310172" sldId="267"/>
            <ac:spMk id="23" creationId="{13AD65D1-B021-4B05-9F8F-4D82BD3BDE14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1.283" v="966"/>
          <ac:spMkLst>
            <pc:docMk/>
            <pc:sldMk cId="1165310172" sldId="267"/>
            <ac:spMk id="25" creationId="{ADA271CD-3011-4A05-B4A3-80F1794684F2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5.893" v="968"/>
          <ac:spMkLst>
            <pc:docMk/>
            <pc:sldMk cId="1165310172" sldId="267"/>
            <ac:spMk id="27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1:54:45.893" v="968"/>
          <ac:spMkLst>
            <pc:docMk/>
            <pc:sldMk cId="1165310172" sldId="267"/>
            <ac:spMk id="29" creationId="{ADA271CD-3011-4A05-B4A3-80F1794684F2}"/>
          </ac:spMkLst>
        </pc:spChg>
        <pc:spChg chg="add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31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33" creationId="{13AD65D1-B021-4B05-9F8F-4D82BD3BDE14}"/>
          </ac:spMkLst>
        </pc:spChg>
        <pc:spChg chg="add">
          <ac:chgData name="Tim Rosulnik" userId="S::tim.rosulnik@sg.sckr.si::72617c08-ae52-413b-a896-3a30ab572709" providerId="AD" clId="Web-{0EA6F5C8-9E5E-BDF3-D38B-302E4B8C4EA4}" dt="2024-04-23T21:54:45.909" v="969"/>
          <ac:spMkLst>
            <pc:docMk/>
            <pc:sldMk cId="1165310172" sldId="267"/>
            <ac:spMk id="34" creationId="{ADA271CD-3011-4A05-B4A3-80F1794684F2}"/>
          </ac:spMkLst>
        </pc:spChg>
        <pc:picChg chg="add mod">
          <ac:chgData name="Tim Rosulnik" userId="S::tim.rosulnik@sg.sckr.si::72617c08-ae52-413b-a896-3a30ab572709" providerId="AD" clId="Web-{0EA6F5C8-9E5E-BDF3-D38B-302E4B8C4EA4}" dt="2024-04-23T21:55:15.488" v="976" actId="1076"/>
          <ac:picMkLst>
            <pc:docMk/>
            <pc:sldMk cId="1165310172" sldId="267"/>
            <ac:picMk id="4" creationId="{A6AB9118-2D20-45B3-8FE0-E331940B0C31}"/>
          </ac:picMkLst>
        </pc:picChg>
        <pc:cxnChg chg="add del">
          <ac:chgData name="Tim Rosulnik" userId="S::tim.rosulnik@sg.sckr.si::72617c08-ae52-413b-a896-3a30ab572709" providerId="AD" clId="Web-{0EA6F5C8-9E5E-BDF3-D38B-302E4B8C4EA4}" dt="2024-04-23T21:54:45.909" v="969"/>
          <ac:cxnSpMkLst>
            <pc:docMk/>
            <pc:sldMk cId="1165310172" sldId="267"/>
            <ac:cxnSpMk id="12" creationId="{AEF97C72-3F89-4F0A-9629-01818B389CF0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1:54:41.283" v="966"/>
          <ac:cxnSpMkLst>
            <pc:docMk/>
            <pc:sldMk cId="1165310172" sldId="267"/>
            <ac:cxnSpMk id="21" creationId="{E3B95BE3-D5B2-4F38-9A01-17866C9FBA6E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1:54:45.893" v="968"/>
          <ac:cxnSpMkLst>
            <pc:docMk/>
            <pc:sldMk cId="1165310172" sldId="267"/>
            <ac:cxnSpMk id="28" creationId="{0552FC00-E6D3-45AF-BE3D-0368141142EE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1:54:45.909" v="969"/>
          <ac:cxnSpMkLst>
            <pc:docMk/>
            <pc:sldMk cId="1165310172" sldId="267"/>
            <ac:cxnSpMk id="32" creationId="{E3B95BE3-D5B2-4F38-9A01-17866C9FBA6E}"/>
          </ac:cxnSpMkLst>
        </pc:cxnChg>
      </pc:sldChg>
      <pc:sldChg chg="modSp add ord replId">
        <pc:chgData name="Tim Rosulnik" userId="S::tim.rosulnik@sg.sckr.si::72617c08-ae52-413b-a896-3a30ab572709" providerId="AD" clId="Web-{0EA6F5C8-9E5E-BDF3-D38B-302E4B8C4EA4}" dt="2024-04-24T06:29:29.891" v="1775"/>
        <pc:sldMkLst>
          <pc:docMk/>
          <pc:sldMk cId="4096751834" sldId="268"/>
        </pc:sldMkLst>
        <pc:spChg chg="mod">
          <ac:chgData name="Tim Rosulnik" userId="S::tim.rosulnik@sg.sckr.si::72617c08-ae52-413b-a896-3a30ab572709" providerId="AD" clId="Web-{0EA6F5C8-9E5E-BDF3-D38B-302E4B8C4EA4}" dt="2024-04-23T21:56:27.491" v="983" actId="20577"/>
          <ac:spMkLst>
            <pc:docMk/>
            <pc:sldMk cId="4096751834" sldId="268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1:59:57.702" v="1053" actId="20577"/>
          <ac:spMkLst>
            <pc:docMk/>
            <pc:sldMk cId="4096751834" sldId="268"/>
            <ac:spMk id="3" creationId="{CE3AED5A-D27D-A17E-C040-2809972B38B1}"/>
          </ac:spMkLst>
        </pc:spChg>
        <pc:picChg chg="mod">
          <ac:chgData name="Tim Rosulnik" userId="S::tim.rosulnik@sg.sckr.si::72617c08-ae52-413b-a896-3a30ab572709" providerId="AD" clId="Web-{0EA6F5C8-9E5E-BDF3-D38B-302E4B8C4EA4}" dt="2024-04-23T21:57:45.150" v="984"/>
          <ac:picMkLst>
            <pc:docMk/>
            <pc:sldMk cId="4096751834" sldId="268"/>
            <ac:picMk id="4" creationId="{A6AB9118-2D20-45B3-8FE0-E331940B0C31}"/>
          </ac:picMkLst>
        </pc:picChg>
      </pc:sldChg>
      <pc:sldChg chg="add ord replId">
        <pc:chgData name="Tim Rosulnik" userId="S::tim.rosulnik@sg.sckr.si::72617c08-ae52-413b-a896-3a30ab572709" providerId="AD" clId="Web-{0EA6F5C8-9E5E-BDF3-D38B-302E4B8C4EA4}" dt="2024-04-24T06:29:29.891" v="1777"/>
        <pc:sldMkLst>
          <pc:docMk/>
          <pc:sldMk cId="1813637559" sldId="269"/>
        </pc:sldMkLst>
      </pc:sldChg>
      <pc:sldChg chg="addSp delSp modSp add mod replId setBg">
        <pc:chgData name="Tim Rosulnik" userId="S::tim.rosulnik@sg.sckr.si::72617c08-ae52-413b-a896-3a30ab572709" providerId="AD" clId="Web-{0EA6F5C8-9E5E-BDF3-D38B-302E4B8C4EA4}" dt="2024-04-23T22:30:13.694" v="1277"/>
        <pc:sldMkLst>
          <pc:docMk/>
          <pc:sldMk cId="1892307187" sldId="270"/>
        </pc:sldMkLst>
        <pc:spChg chg="mod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3" creationId="{CE3AED5A-D27D-A17E-C040-2809972B38B1}"/>
          </ac:spMkLst>
        </pc:spChg>
        <pc:spChg chg="del">
          <ac:chgData name="Tim Rosulnik" userId="S::tim.rosulnik@sg.sckr.si::72617c08-ae52-413b-a896-3a30ab572709" providerId="AD" clId="Web-{0EA6F5C8-9E5E-BDF3-D38B-302E4B8C4EA4}" dt="2024-04-23T22:11:51.901" v="1158"/>
          <ac:spMkLst>
            <pc:docMk/>
            <pc:sldMk cId="1892307187" sldId="270"/>
            <ac:spMk id="8" creationId="{72411438-92A5-42B0-9C54-EA4FB32ACB5E}"/>
          </ac:spMkLst>
        </pc:spChg>
        <pc:spChg chg="del">
          <ac:chgData name="Tim Rosulnik" userId="S::tim.rosulnik@sg.sckr.si::72617c08-ae52-413b-a896-3a30ab572709" providerId="AD" clId="Web-{0EA6F5C8-9E5E-BDF3-D38B-302E4B8C4EA4}" dt="2024-04-23T22:11:51.901" v="1158"/>
          <ac:spMkLst>
            <pc:docMk/>
            <pc:sldMk cId="1892307187" sldId="270"/>
            <ac:spMk id="10" creationId="{C5176844-69C3-4F79-BE38-EA5BDDF4FEA4}"/>
          </ac:spMkLst>
        </pc:spChg>
        <pc:spChg chg="del">
          <ac:chgData name="Tim Rosulnik" userId="S::tim.rosulnik@sg.sckr.si::72617c08-ae52-413b-a896-3a30ab572709" providerId="AD" clId="Web-{0EA6F5C8-9E5E-BDF3-D38B-302E4B8C4EA4}" dt="2024-04-23T22:11:51.901" v="1158"/>
          <ac:spMkLst>
            <pc:docMk/>
            <pc:sldMk cId="1892307187" sldId="270"/>
            <ac:spMk id="14" creationId="{A101E513-AF74-4E9D-A31F-99664250722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19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21" creationId="{868BA1FB-7158-4051-A255-70F5F21FD8A1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25" creationId="{7021D92D-08FF-45A6-9109-AC9462C7E8E3}"/>
          </ac:spMkLst>
        </pc:spChg>
        <pc:spChg chg="add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27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28" creationId="{50828E5B-9EDE-4D1D-8C59-333EDC952C98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9:59.881" v="1276"/>
          <ac:spMkLst>
            <pc:docMk/>
            <pc:sldMk cId="1892307187" sldId="270"/>
            <ac:spMk id="30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2:30:13.694" v="1277"/>
          <ac:spMkLst>
            <pc:docMk/>
            <pc:sldMk cId="1892307187" sldId="270"/>
            <ac:spMk id="31" creationId="{7021D92D-08FF-45A6-9109-AC9462C7E8E3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9:59.881" v="1276"/>
          <ac:spMkLst>
            <pc:docMk/>
            <pc:sldMk cId="1892307187" sldId="270"/>
            <ac:spMk id="32" creationId="{50828E5B-9EDE-4D1D-8C59-333EDC952C98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9:59.881" v="1276"/>
          <ac:spMkLst>
            <pc:docMk/>
            <pc:sldMk cId="1892307187" sldId="270"/>
            <ac:spMk id="36" creationId="{7021D92D-08FF-45A6-9109-AC9462C7E8E3}"/>
          </ac:spMkLst>
        </pc:spChg>
        <pc:picChg chg="add mod ord">
          <ac:chgData name="Tim Rosulnik" userId="S::tim.rosulnik@sg.sckr.si::72617c08-ae52-413b-a896-3a30ab572709" providerId="AD" clId="Web-{0EA6F5C8-9E5E-BDF3-D38B-302E4B8C4EA4}" dt="2024-04-23T22:11:51.901" v="1158"/>
          <ac:picMkLst>
            <pc:docMk/>
            <pc:sldMk cId="1892307187" sldId="270"/>
            <ac:picMk id="4" creationId="{B18AF61B-54F8-715D-1D8D-3B4530AE24D8}"/>
          </ac:picMkLst>
        </pc:picChg>
        <pc:cxnChg chg="del">
          <ac:chgData name="Tim Rosulnik" userId="S::tim.rosulnik@sg.sckr.si::72617c08-ae52-413b-a896-3a30ab572709" providerId="AD" clId="Web-{0EA6F5C8-9E5E-BDF3-D38B-302E4B8C4EA4}" dt="2024-04-23T22:11:51.901" v="1158"/>
          <ac:cxnSpMkLst>
            <pc:docMk/>
            <pc:sldMk cId="1892307187" sldId="270"/>
            <ac:cxnSpMk id="12" creationId="{AEF97C72-3F89-4F0A-9629-01818B389CF0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2:30:13.694" v="1277"/>
          <ac:cxnSpMkLst>
            <pc:docMk/>
            <pc:sldMk cId="1892307187" sldId="270"/>
            <ac:cxnSpMk id="23" creationId="{D81E42A3-743C-4C15-9DA8-93AA9AEBFB17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2:30:13.694" v="1277"/>
          <ac:cxnSpMkLst>
            <pc:docMk/>
            <pc:sldMk cId="1892307187" sldId="270"/>
            <ac:cxnSpMk id="29" creationId="{C56E7048-86CF-445D-8846-414F144FD8DD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2:29:59.881" v="1276"/>
          <ac:cxnSpMkLst>
            <pc:docMk/>
            <pc:sldMk cId="1892307187" sldId="270"/>
            <ac:cxnSpMk id="34" creationId="{C56E7048-86CF-445D-8846-414F144FD8DD}"/>
          </ac:cxnSpMkLst>
        </pc:cxnChg>
      </pc:sldChg>
      <pc:sldChg chg="addSp delSp modSp add mod replId setBg">
        <pc:chgData name="Tim Rosulnik" userId="S::tim.rosulnik@sg.sckr.si::72617c08-ae52-413b-a896-3a30ab572709" providerId="AD" clId="Web-{0EA6F5C8-9E5E-BDF3-D38B-302E4B8C4EA4}" dt="2024-04-24T05:39:56.312" v="1298" actId="20577"/>
        <pc:sldMkLst>
          <pc:docMk/>
          <pc:sldMk cId="3172904397" sldId="271"/>
        </pc:sldMkLst>
        <pc:spChg chg="mod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4T05:39:56.312" v="1298" actId="20577"/>
          <ac:spMkLst>
            <pc:docMk/>
            <pc:sldMk cId="3172904397" sldId="271"/>
            <ac:spMk id="3" creationId="{CE3AED5A-D27D-A17E-C040-2809972B38B1}"/>
          </ac:spMkLst>
        </pc:spChg>
        <pc:spChg chg="add del mod">
          <ac:chgData name="Tim Rosulnik" userId="S::tim.rosulnik@sg.sckr.si::72617c08-ae52-413b-a896-3a30ab572709" providerId="AD" clId="Web-{0EA6F5C8-9E5E-BDF3-D38B-302E4B8C4EA4}" dt="2024-04-23T22:19:58.920" v="1191"/>
          <ac:spMkLst>
            <pc:docMk/>
            <pc:sldMk cId="3172904397" sldId="271"/>
            <ac:spMk id="5" creationId="{7C5E9EF8-9F8D-77BA-F318-4CBB872344CE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19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21" creationId="{868BA1FB-7158-4051-A255-70F5F21FD8A1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25" creationId="{7021D92D-08FF-45A6-9109-AC9462C7E8E3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57" v="1198"/>
          <ac:spMkLst>
            <pc:docMk/>
            <pc:sldMk cId="3172904397" sldId="271"/>
            <ac:spMk id="30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57" v="1198"/>
          <ac:spMkLst>
            <pc:docMk/>
            <pc:sldMk cId="3172904397" sldId="271"/>
            <ac:spMk id="32" creationId="{50828E5B-9EDE-4D1D-8C59-333EDC952C98}"/>
          </ac:spMkLst>
        </pc:spChg>
        <pc:spChg chg="add del">
          <ac:chgData name="Tim Rosulnik" userId="S::tim.rosulnik@sg.sckr.si::72617c08-ae52-413b-a896-3a30ab572709" providerId="AD" clId="Web-{0EA6F5C8-9E5E-BDF3-D38B-302E4B8C4EA4}" dt="2024-04-23T22:23:51.257" v="1198"/>
          <ac:spMkLst>
            <pc:docMk/>
            <pc:sldMk cId="3172904397" sldId="271"/>
            <ac:spMk id="36" creationId="{7021D92D-08FF-45A6-9109-AC9462C7E8E3}"/>
          </ac:spMkLst>
        </pc:spChg>
        <pc:spChg chg="add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38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39" creationId="{2B76CDF1-6A1E-445E-91B6-686D6C9178FF}"/>
          </ac:spMkLst>
        </pc:spChg>
        <pc:spChg chg="add">
          <ac:chgData name="Tim Rosulnik" userId="S::tim.rosulnik@sg.sckr.si::72617c08-ae52-413b-a896-3a30ab572709" providerId="AD" clId="Web-{0EA6F5C8-9E5E-BDF3-D38B-302E4B8C4EA4}" dt="2024-04-23T22:23:51.272" v="1199"/>
          <ac:spMkLst>
            <pc:docMk/>
            <pc:sldMk cId="3172904397" sldId="271"/>
            <ac:spMk id="41" creationId="{7021D92D-08FF-45A6-9109-AC9462C7E8E3}"/>
          </ac:spMkLst>
        </pc:spChg>
        <pc:picChg chg="del">
          <ac:chgData name="Tim Rosulnik" userId="S::tim.rosulnik@sg.sckr.si::72617c08-ae52-413b-a896-3a30ab572709" providerId="AD" clId="Web-{0EA6F5C8-9E5E-BDF3-D38B-302E4B8C4EA4}" dt="2024-04-23T22:19:37.872" v="1187"/>
          <ac:picMkLst>
            <pc:docMk/>
            <pc:sldMk cId="3172904397" sldId="271"/>
            <ac:picMk id="4" creationId="{B18AF61B-54F8-715D-1D8D-3B4530AE24D8}"/>
          </ac:picMkLst>
        </pc:picChg>
        <pc:picChg chg="add mod ord">
          <ac:chgData name="Tim Rosulnik" userId="S::tim.rosulnik@sg.sckr.si::72617c08-ae52-413b-a896-3a30ab572709" providerId="AD" clId="Web-{0EA6F5C8-9E5E-BDF3-D38B-302E4B8C4EA4}" dt="2024-04-23T22:23:51.272" v="1199"/>
          <ac:picMkLst>
            <pc:docMk/>
            <pc:sldMk cId="3172904397" sldId="271"/>
            <ac:picMk id="6" creationId="{C4D4A8D6-043B-3637-A152-BD74139D597D}"/>
          </ac:picMkLst>
        </pc:picChg>
        <pc:cxnChg chg="add del">
          <ac:chgData name="Tim Rosulnik" userId="S::tim.rosulnik@sg.sckr.si::72617c08-ae52-413b-a896-3a30ab572709" providerId="AD" clId="Web-{0EA6F5C8-9E5E-BDF3-D38B-302E4B8C4EA4}" dt="2024-04-23T22:23:51.272" v="1199"/>
          <ac:cxnSpMkLst>
            <pc:docMk/>
            <pc:sldMk cId="3172904397" sldId="271"/>
            <ac:cxnSpMk id="23" creationId="{D81E42A3-743C-4C15-9DA8-93AA9AEBFB17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3T22:23:51.257" v="1198"/>
          <ac:cxnSpMkLst>
            <pc:docMk/>
            <pc:sldMk cId="3172904397" sldId="271"/>
            <ac:cxnSpMk id="34" creationId="{C56E7048-86CF-445D-8846-414F144FD8DD}"/>
          </ac:cxnSpMkLst>
        </pc:cxnChg>
        <pc:cxnChg chg="add">
          <ac:chgData name="Tim Rosulnik" userId="S::tim.rosulnik@sg.sckr.si::72617c08-ae52-413b-a896-3a30ab572709" providerId="AD" clId="Web-{0EA6F5C8-9E5E-BDF3-D38B-302E4B8C4EA4}" dt="2024-04-23T22:23:51.272" v="1199"/>
          <ac:cxnSpMkLst>
            <pc:docMk/>
            <pc:sldMk cId="3172904397" sldId="271"/>
            <ac:cxnSpMk id="40" creationId="{17726E8A-324C-4684-96F2-AFDDFB2F1441}"/>
          </ac:cxnSpMkLst>
        </pc:cxnChg>
      </pc:sldChg>
      <pc:sldChg chg="delSp modSp add mod replId setBg">
        <pc:chgData name="Tim Rosulnik" userId="S::tim.rosulnik@sg.sckr.si::72617c08-ae52-413b-a896-3a30ab572709" providerId="AD" clId="Web-{0EA6F5C8-9E5E-BDF3-D38B-302E4B8C4EA4}" dt="2024-04-23T22:29:26.817" v="1274" actId="14100"/>
        <pc:sldMkLst>
          <pc:docMk/>
          <pc:sldMk cId="2848533092" sldId="272"/>
        </pc:sldMkLst>
        <pc:spChg chg="mod">
          <ac:chgData name="Tim Rosulnik" userId="S::tim.rosulnik@sg.sckr.si::72617c08-ae52-413b-a896-3a30ab572709" providerId="AD" clId="Web-{0EA6F5C8-9E5E-BDF3-D38B-302E4B8C4EA4}" dt="2024-04-23T22:27:58.313" v="1266" actId="20577"/>
          <ac:spMkLst>
            <pc:docMk/>
            <pc:sldMk cId="2848533092" sldId="272"/>
            <ac:spMk id="2" creationId="{EA26ECA7-2723-1852-9FBF-CDCC2350E712}"/>
          </ac:spMkLst>
        </pc:spChg>
        <pc:spChg chg="del mod">
          <ac:chgData name="Tim Rosulnik" userId="S::tim.rosulnik@sg.sckr.si::72617c08-ae52-413b-a896-3a30ab572709" providerId="AD" clId="Web-{0EA6F5C8-9E5E-BDF3-D38B-302E4B8C4EA4}" dt="2024-04-23T22:28:04.688" v="1268"/>
          <ac:spMkLst>
            <pc:docMk/>
            <pc:sldMk cId="2848533092" sldId="272"/>
            <ac:spMk id="3" creationId="{CE3AED5A-D27D-A17E-C040-2809972B38B1}"/>
          </ac:spMkLst>
        </pc:spChg>
        <pc:picChg chg="mod">
          <ac:chgData name="Tim Rosulnik" userId="S::tim.rosulnik@sg.sckr.si::72617c08-ae52-413b-a896-3a30ab572709" providerId="AD" clId="Web-{0EA6F5C8-9E5E-BDF3-D38B-302E4B8C4EA4}" dt="2024-04-23T22:29:26.817" v="1274" actId="14100"/>
          <ac:picMkLst>
            <pc:docMk/>
            <pc:sldMk cId="2848533092" sldId="272"/>
            <ac:picMk id="6" creationId="{C4D4A8D6-043B-3637-A152-BD74139D597D}"/>
          </ac:picMkLst>
        </pc:picChg>
      </pc:sldChg>
      <pc:sldChg chg="delSp modSp add del mod replId setBg">
        <pc:chgData name="Tim Rosulnik" userId="S::tim.rosulnik@sg.sckr.si::72617c08-ae52-413b-a896-3a30ab572709" providerId="AD" clId="Web-{0EA6F5C8-9E5E-BDF3-D38B-302E4B8C4EA4}" dt="2024-04-24T05:58:41.413" v="1324"/>
        <pc:sldMkLst>
          <pc:docMk/>
          <pc:sldMk cId="3522518351" sldId="273"/>
        </pc:sldMkLst>
        <pc:spChg chg="mod">
          <ac:chgData name="Tim Rosulnik" userId="S::tim.rosulnik@sg.sckr.si::72617c08-ae52-413b-a896-3a30ab572709" providerId="AD" clId="Web-{0EA6F5C8-9E5E-BDF3-D38B-302E4B8C4EA4}" dt="2024-04-24T05:57:14.565" v="1320" actId="1076"/>
          <ac:spMkLst>
            <pc:docMk/>
            <pc:sldMk cId="3522518351" sldId="273"/>
            <ac:spMk id="2" creationId="{EA26ECA7-2723-1852-9FBF-CDCC2350E712}"/>
          </ac:spMkLst>
        </pc:spChg>
        <pc:picChg chg="del">
          <ac:chgData name="Tim Rosulnik" userId="S::tim.rosulnik@sg.sckr.si::72617c08-ae52-413b-a896-3a30ab572709" providerId="AD" clId="Web-{0EA6F5C8-9E5E-BDF3-D38B-302E4B8C4EA4}" dt="2024-04-24T05:56:57.626" v="1317"/>
          <ac:picMkLst>
            <pc:docMk/>
            <pc:sldMk cId="3522518351" sldId="273"/>
            <ac:picMk id="6" creationId="{C4D4A8D6-043B-3637-A152-BD74139D597D}"/>
          </ac:picMkLst>
        </pc:picChg>
      </pc:sldChg>
      <pc:sldChg chg="addSp delSp modSp add mod ord replId setBg">
        <pc:chgData name="Tim Rosulnik" userId="S::tim.rosulnik@sg.sckr.si::72617c08-ae52-413b-a896-3a30ab572709" providerId="AD" clId="Web-{0EA6F5C8-9E5E-BDF3-D38B-302E4B8C4EA4}" dt="2024-04-24T06:01:43.437" v="1382"/>
        <pc:sldMkLst>
          <pc:docMk/>
          <pc:sldMk cId="3563781454" sldId="274"/>
        </pc:sldMkLst>
        <pc:spChg chg="mod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3" creationId="{CE3AED5A-D27D-A17E-C040-2809972B38B1}"/>
          </ac:spMkLst>
        </pc:spChg>
        <pc:spChg chg="del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8" creationId="{72411438-92A5-42B0-9C54-EA4FB32ACB5E}"/>
          </ac:spMkLst>
        </pc:spChg>
        <pc:spChg chg="del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10" creationId="{C5176844-69C3-4F79-BE38-EA5BDDF4FEA4}"/>
          </ac:spMkLst>
        </pc:spChg>
        <pc:spChg chg="del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14" creationId="{A101E513-AF74-4E9D-A31F-99664250722D}"/>
          </ac:spMkLst>
        </pc:spChg>
        <pc:spChg chg="add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19" creationId="{55B419A7-F817-4767-8CCB-FB0E189C4ACD}"/>
          </ac:spMkLst>
        </pc:spChg>
        <pc:spChg chg="add">
          <ac:chgData name="Tim Rosulnik" userId="S::tim.rosulnik@sg.sckr.si::72617c08-ae52-413b-a896-3a30ab572709" providerId="AD" clId="Web-{0EA6F5C8-9E5E-BDF3-D38B-302E4B8C4EA4}" dt="2024-04-24T06:01:37.999" v="1381"/>
          <ac:spMkLst>
            <pc:docMk/>
            <pc:sldMk cId="3563781454" sldId="274"/>
            <ac:spMk id="23" creationId="{B3BE00DD-5F52-49B1-A83B-F2E555AC5D05}"/>
          </ac:spMkLst>
        </pc:spChg>
        <pc:cxnChg chg="del">
          <ac:chgData name="Tim Rosulnik" userId="S::tim.rosulnik@sg.sckr.si::72617c08-ae52-413b-a896-3a30ab572709" providerId="AD" clId="Web-{0EA6F5C8-9E5E-BDF3-D38B-302E4B8C4EA4}" dt="2024-04-24T06:01:37.999" v="1381"/>
          <ac:cxnSpMkLst>
            <pc:docMk/>
            <pc:sldMk cId="3563781454" sldId="274"/>
            <ac:cxnSpMk id="12" creationId="{AEF97C72-3F89-4F0A-9629-01818B389CF0}"/>
          </ac:cxnSpMkLst>
        </pc:cxnChg>
        <pc:cxnChg chg="add">
          <ac:chgData name="Tim Rosulnik" userId="S::tim.rosulnik@sg.sckr.si::72617c08-ae52-413b-a896-3a30ab572709" providerId="AD" clId="Web-{0EA6F5C8-9E5E-BDF3-D38B-302E4B8C4EA4}" dt="2024-04-24T06:01:37.999" v="1381"/>
          <ac:cxnSpMkLst>
            <pc:docMk/>
            <pc:sldMk cId="3563781454" sldId="274"/>
            <ac:cxnSpMk id="21" creationId="{DE3FB7FD-3883-4AFF-8349-2E3BBDA714EA}"/>
          </ac:cxnSpMkLst>
        </pc:cxnChg>
      </pc:sldChg>
      <pc:sldChg chg="addSp delSp modSp add mod replId setBg">
        <pc:chgData name="Tim Rosulnik" userId="S::tim.rosulnik@sg.sckr.si::72617c08-ae52-413b-a896-3a30ab572709" providerId="AD" clId="Web-{0EA6F5C8-9E5E-BDF3-D38B-302E4B8C4EA4}" dt="2024-04-24T06:14:14.473" v="1523" actId="20577"/>
        <pc:sldMkLst>
          <pc:docMk/>
          <pc:sldMk cId="1171097540" sldId="275"/>
        </pc:sldMkLst>
        <pc:spChg chg="mod">
          <ac:chgData name="Tim Rosulnik" userId="S::tim.rosulnik@sg.sckr.si::72617c08-ae52-413b-a896-3a30ab572709" providerId="AD" clId="Web-{0EA6F5C8-9E5E-BDF3-D38B-302E4B8C4EA4}" dt="2024-04-24T06:10:52.072" v="1461" actId="14100"/>
          <ac:spMkLst>
            <pc:docMk/>
            <pc:sldMk cId="1171097540" sldId="275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4T06:14:14.473" v="1523" actId="20577"/>
          <ac:spMkLst>
            <pc:docMk/>
            <pc:sldMk cId="1171097540" sldId="275"/>
            <ac:spMk id="3" creationId="{CE3AED5A-D27D-A17E-C040-2809972B38B1}"/>
          </ac:spMkLst>
        </pc:spChg>
        <pc:spChg chg="del">
          <ac:chgData name="Tim Rosulnik" userId="S::tim.rosulnik@sg.sckr.si::72617c08-ae52-413b-a896-3a30ab572709" providerId="AD" clId="Web-{0EA6F5C8-9E5E-BDF3-D38B-302E4B8C4EA4}" dt="2024-04-24T06:06:36.310" v="1438"/>
          <ac:spMkLst>
            <pc:docMk/>
            <pc:sldMk cId="1171097540" sldId="275"/>
            <ac:spMk id="8" creationId="{72411438-92A5-42B0-9C54-EA4FB32ACB5E}"/>
          </ac:spMkLst>
        </pc:spChg>
        <pc:spChg chg="del">
          <ac:chgData name="Tim Rosulnik" userId="S::tim.rosulnik@sg.sckr.si::72617c08-ae52-413b-a896-3a30ab572709" providerId="AD" clId="Web-{0EA6F5C8-9E5E-BDF3-D38B-302E4B8C4EA4}" dt="2024-04-24T06:06:36.310" v="1438"/>
          <ac:spMkLst>
            <pc:docMk/>
            <pc:sldMk cId="1171097540" sldId="275"/>
            <ac:spMk id="10" creationId="{C5176844-69C3-4F79-BE38-EA5BDDF4FEA4}"/>
          </ac:spMkLst>
        </pc:spChg>
        <pc:spChg chg="del">
          <ac:chgData name="Tim Rosulnik" userId="S::tim.rosulnik@sg.sckr.si::72617c08-ae52-413b-a896-3a30ab572709" providerId="AD" clId="Web-{0EA6F5C8-9E5E-BDF3-D38B-302E4B8C4EA4}" dt="2024-04-24T06:06:36.310" v="1438"/>
          <ac:spMkLst>
            <pc:docMk/>
            <pc:sldMk cId="1171097540" sldId="275"/>
            <ac:spMk id="14" creationId="{A101E513-AF74-4E9D-A31F-99664250722D}"/>
          </ac:spMkLst>
        </pc:spChg>
        <pc:spChg chg="add del">
          <ac:chgData name="Tim Rosulnik" userId="S::tim.rosulnik@sg.sckr.si::72617c08-ae52-413b-a896-3a30ab572709" providerId="AD" clId="Web-{0EA6F5C8-9E5E-BDF3-D38B-302E4B8C4EA4}" dt="2024-04-24T06:08:30.175" v="1454"/>
          <ac:spMkLst>
            <pc:docMk/>
            <pc:sldMk cId="1171097540" sldId="275"/>
            <ac:spMk id="19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4T06:08:30.175" v="1454"/>
          <ac:spMkLst>
            <pc:docMk/>
            <pc:sldMk cId="1171097540" sldId="275"/>
            <ac:spMk id="23" creationId="{ADA271CD-3011-4A05-B4A3-80F1794684F2}"/>
          </ac:spMkLst>
        </pc:spChg>
        <pc:spChg chg="add del">
          <ac:chgData name="Tim Rosulnik" userId="S::tim.rosulnik@sg.sckr.si::72617c08-ae52-413b-a896-3a30ab572709" providerId="AD" clId="Web-{0EA6F5C8-9E5E-BDF3-D38B-302E4B8C4EA4}" dt="2024-04-24T06:08:30.175" v="1454"/>
          <ac:spMkLst>
            <pc:docMk/>
            <pc:sldMk cId="1171097540" sldId="275"/>
            <ac:spMk id="28" creationId="{55B419A7-F817-4767-8CCB-FB0E189C4ACD}"/>
          </ac:spMkLst>
        </pc:spChg>
        <pc:spChg chg="add del">
          <ac:chgData name="Tim Rosulnik" userId="S::tim.rosulnik@sg.sckr.si::72617c08-ae52-413b-a896-3a30ab572709" providerId="AD" clId="Web-{0EA6F5C8-9E5E-BDF3-D38B-302E4B8C4EA4}" dt="2024-04-24T06:08:30.175" v="1454"/>
          <ac:spMkLst>
            <pc:docMk/>
            <pc:sldMk cId="1171097540" sldId="275"/>
            <ac:spMk id="32" creationId="{ADA271CD-3011-4A05-B4A3-80F1794684F2}"/>
          </ac:spMkLst>
        </pc:spChg>
        <pc:picChg chg="add del mod">
          <ac:chgData name="Tim Rosulnik" userId="S::tim.rosulnik@sg.sckr.si::72617c08-ae52-413b-a896-3a30ab572709" providerId="AD" clId="Web-{0EA6F5C8-9E5E-BDF3-D38B-302E4B8C4EA4}" dt="2024-04-24T06:08:07.736" v="1449"/>
          <ac:picMkLst>
            <pc:docMk/>
            <pc:sldMk cId="1171097540" sldId="275"/>
            <ac:picMk id="4" creationId="{0D1D0E2A-1C51-5767-097F-9D55052430FC}"/>
          </ac:picMkLst>
        </pc:picChg>
        <pc:picChg chg="add del mod">
          <ac:chgData name="Tim Rosulnik" userId="S::tim.rosulnik@sg.sckr.si::72617c08-ae52-413b-a896-3a30ab572709" providerId="AD" clId="Web-{0EA6F5C8-9E5E-BDF3-D38B-302E4B8C4EA4}" dt="2024-04-24T06:12:50.156" v="1479"/>
          <ac:picMkLst>
            <pc:docMk/>
            <pc:sldMk cId="1171097540" sldId="275"/>
            <ac:picMk id="5" creationId="{18A98370-B037-2561-15C6-F2FD1DE7F4F4}"/>
          </ac:picMkLst>
        </pc:picChg>
        <pc:picChg chg="add mod">
          <ac:chgData name="Tim Rosulnik" userId="S::tim.rosulnik@sg.sckr.si::72617c08-ae52-413b-a896-3a30ab572709" providerId="AD" clId="Web-{0EA6F5C8-9E5E-BDF3-D38B-302E4B8C4EA4}" dt="2024-04-24T06:13:12.095" v="1485" actId="1076"/>
          <ac:picMkLst>
            <pc:docMk/>
            <pc:sldMk cId="1171097540" sldId="275"/>
            <ac:picMk id="6" creationId="{618A8C31-1741-847D-D715-212CD37434B7}"/>
          </ac:picMkLst>
        </pc:picChg>
        <pc:cxnChg chg="del">
          <ac:chgData name="Tim Rosulnik" userId="S::tim.rosulnik@sg.sckr.si::72617c08-ae52-413b-a896-3a30ab572709" providerId="AD" clId="Web-{0EA6F5C8-9E5E-BDF3-D38B-302E4B8C4EA4}" dt="2024-04-24T06:06:36.310" v="1438"/>
          <ac:cxnSpMkLst>
            <pc:docMk/>
            <pc:sldMk cId="1171097540" sldId="275"/>
            <ac:cxnSpMk id="12" creationId="{AEF97C72-3F89-4F0A-9629-01818B389CF0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4T06:08:30.175" v="1454"/>
          <ac:cxnSpMkLst>
            <pc:docMk/>
            <pc:sldMk cId="1171097540" sldId="275"/>
            <ac:cxnSpMk id="21" creationId="{0552FC00-E6D3-45AF-BE3D-0368141142EE}"/>
          </ac:cxnSpMkLst>
        </pc:cxnChg>
        <pc:cxnChg chg="add del">
          <ac:chgData name="Tim Rosulnik" userId="S::tim.rosulnik@sg.sckr.si::72617c08-ae52-413b-a896-3a30ab572709" providerId="AD" clId="Web-{0EA6F5C8-9E5E-BDF3-D38B-302E4B8C4EA4}" dt="2024-04-24T06:08:30.175" v="1454"/>
          <ac:cxnSpMkLst>
            <pc:docMk/>
            <pc:sldMk cId="1171097540" sldId="275"/>
            <ac:cxnSpMk id="30" creationId="{0552FC00-E6D3-45AF-BE3D-0368141142EE}"/>
          </ac:cxnSpMkLst>
        </pc:cxnChg>
      </pc:sldChg>
      <pc:sldChg chg="modSp add ord replId">
        <pc:chgData name="Tim Rosulnik" userId="S::tim.rosulnik@sg.sckr.si::72617c08-ae52-413b-a896-3a30ab572709" providerId="AD" clId="Web-{0EA6F5C8-9E5E-BDF3-D38B-302E4B8C4EA4}" dt="2024-04-24T06:11:05.089" v="1463" actId="14100"/>
        <pc:sldMkLst>
          <pc:docMk/>
          <pc:sldMk cId="2975551267" sldId="276"/>
        </pc:sldMkLst>
        <pc:spChg chg="mod">
          <ac:chgData name="Tim Rosulnik" userId="S::tim.rosulnik@sg.sckr.si::72617c08-ae52-413b-a896-3a30ab572709" providerId="AD" clId="Web-{0EA6F5C8-9E5E-BDF3-D38B-302E4B8C4EA4}" dt="2024-04-24T06:11:05.089" v="1463" actId="14100"/>
          <ac:spMkLst>
            <pc:docMk/>
            <pc:sldMk cId="2975551267" sldId="276"/>
            <ac:spMk id="2" creationId="{EA26ECA7-2723-1852-9FBF-CDCC2350E712}"/>
          </ac:spMkLst>
        </pc:spChg>
      </pc:sldChg>
      <pc:sldChg chg="addSp delSp modSp add mod replId setBg">
        <pc:chgData name="Tim Rosulnik" userId="S::tim.rosulnik@sg.sckr.si::72617c08-ae52-413b-a896-3a30ab572709" providerId="AD" clId="Web-{0EA6F5C8-9E5E-BDF3-D38B-302E4B8C4EA4}" dt="2024-04-24T06:24:50.472" v="1668"/>
        <pc:sldMkLst>
          <pc:docMk/>
          <pc:sldMk cId="1393749619" sldId="277"/>
        </pc:sldMkLst>
        <pc:spChg chg="mod">
          <ac:chgData name="Tim Rosulnik" userId="S::tim.rosulnik@sg.sckr.si::72617c08-ae52-413b-a896-3a30ab572709" providerId="AD" clId="Web-{0EA6F5C8-9E5E-BDF3-D38B-302E4B8C4EA4}" dt="2024-04-24T06:23:47.203" v="1650"/>
          <ac:spMkLst>
            <pc:docMk/>
            <pc:sldMk cId="1393749619" sldId="277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4T06:23:57.110" v="1653" actId="14100"/>
          <ac:spMkLst>
            <pc:docMk/>
            <pc:sldMk cId="1393749619" sldId="277"/>
            <ac:spMk id="3" creationId="{CE3AED5A-D27D-A17E-C040-2809972B38B1}"/>
          </ac:spMkLst>
        </pc:spChg>
        <pc:spChg chg="del">
          <ac:chgData name="Tim Rosulnik" userId="S::tim.rosulnik@sg.sckr.si::72617c08-ae52-413b-a896-3a30ab572709" providerId="AD" clId="Web-{0EA6F5C8-9E5E-BDF3-D38B-302E4B8C4EA4}" dt="2024-04-24T06:23:47.203" v="1650"/>
          <ac:spMkLst>
            <pc:docMk/>
            <pc:sldMk cId="1393749619" sldId="277"/>
            <ac:spMk id="19" creationId="{55B419A7-F817-4767-8CCB-FB0E189C4ACD}"/>
          </ac:spMkLst>
        </pc:spChg>
        <pc:spChg chg="del">
          <ac:chgData name="Tim Rosulnik" userId="S::tim.rosulnik@sg.sckr.si::72617c08-ae52-413b-a896-3a30ab572709" providerId="AD" clId="Web-{0EA6F5C8-9E5E-BDF3-D38B-302E4B8C4EA4}" dt="2024-04-24T06:23:47.203" v="1650"/>
          <ac:spMkLst>
            <pc:docMk/>
            <pc:sldMk cId="1393749619" sldId="277"/>
            <ac:spMk id="23" creationId="{ADA271CD-3011-4A05-B4A3-80F1794684F2}"/>
          </ac:spMkLst>
        </pc:spChg>
        <pc:spChg chg="add">
          <ac:chgData name="Tim Rosulnik" userId="S::tim.rosulnik@sg.sckr.si::72617c08-ae52-413b-a896-3a30ab572709" providerId="AD" clId="Web-{0EA6F5C8-9E5E-BDF3-D38B-302E4B8C4EA4}" dt="2024-04-24T06:23:47.203" v="1650"/>
          <ac:spMkLst>
            <pc:docMk/>
            <pc:sldMk cId="1393749619" sldId="277"/>
            <ac:spMk id="28" creationId="{E2D271B9-9BA2-4AF0-AE69-43E7D26B503B}"/>
          </ac:spMkLst>
        </pc:spChg>
        <pc:spChg chg="add">
          <ac:chgData name="Tim Rosulnik" userId="S::tim.rosulnik@sg.sckr.si::72617c08-ae52-413b-a896-3a30ab572709" providerId="AD" clId="Web-{0EA6F5C8-9E5E-BDF3-D38B-302E4B8C4EA4}" dt="2024-04-24T06:23:47.203" v="1650"/>
          <ac:spMkLst>
            <pc:docMk/>
            <pc:sldMk cId="1393749619" sldId="277"/>
            <ac:spMk id="30" creationId="{4C81B9CA-1414-4F8E-878C-2D9B6603CA02}"/>
          </ac:spMkLst>
        </pc:spChg>
        <pc:picChg chg="add mod ord">
          <ac:chgData name="Tim Rosulnik" userId="S::tim.rosulnik@sg.sckr.si::72617c08-ae52-413b-a896-3a30ab572709" providerId="AD" clId="Web-{0EA6F5C8-9E5E-BDF3-D38B-302E4B8C4EA4}" dt="2024-04-24T06:24:33.143" v="1666" actId="1076"/>
          <ac:picMkLst>
            <pc:docMk/>
            <pc:sldMk cId="1393749619" sldId="277"/>
            <ac:picMk id="4" creationId="{54D57ECC-CA72-520F-C27F-9BE58961C4B1}"/>
          </ac:picMkLst>
        </pc:picChg>
        <pc:picChg chg="add mod ord">
          <ac:chgData name="Tim Rosulnik" userId="S::tim.rosulnik@sg.sckr.si::72617c08-ae52-413b-a896-3a30ab572709" providerId="AD" clId="Web-{0EA6F5C8-9E5E-BDF3-D38B-302E4B8C4EA4}" dt="2024-04-24T06:24:37.049" v="1667" actId="14100"/>
          <ac:picMkLst>
            <pc:docMk/>
            <pc:sldMk cId="1393749619" sldId="277"/>
            <ac:picMk id="5" creationId="{A7D2B8B4-9C4C-E5D6-8900-2A2653E3870C}"/>
          </ac:picMkLst>
        </pc:picChg>
        <pc:picChg chg="del">
          <ac:chgData name="Tim Rosulnik" userId="S::tim.rosulnik@sg.sckr.si::72617c08-ae52-413b-a896-3a30ab572709" providerId="AD" clId="Web-{0EA6F5C8-9E5E-BDF3-D38B-302E4B8C4EA4}" dt="2024-04-24T06:15:36.852" v="1542"/>
          <ac:picMkLst>
            <pc:docMk/>
            <pc:sldMk cId="1393749619" sldId="277"/>
            <ac:picMk id="6" creationId="{618A8C31-1741-847D-D715-212CD37434B7}"/>
          </ac:picMkLst>
        </pc:picChg>
        <pc:picChg chg="add mod">
          <ac:chgData name="Tim Rosulnik" userId="S::tim.rosulnik@sg.sckr.si::72617c08-ae52-413b-a896-3a30ab572709" providerId="AD" clId="Web-{0EA6F5C8-9E5E-BDF3-D38B-302E4B8C4EA4}" dt="2024-04-24T06:24:27.752" v="1665" actId="1076"/>
          <ac:picMkLst>
            <pc:docMk/>
            <pc:sldMk cId="1393749619" sldId="277"/>
            <ac:picMk id="7" creationId="{D90E4A66-B9E4-BC5B-2BBE-752373CE7949}"/>
          </ac:picMkLst>
        </pc:picChg>
        <pc:cxnChg chg="del">
          <ac:chgData name="Tim Rosulnik" userId="S::tim.rosulnik@sg.sckr.si::72617c08-ae52-413b-a896-3a30ab572709" providerId="AD" clId="Web-{0EA6F5C8-9E5E-BDF3-D38B-302E4B8C4EA4}" dt="2024-04-24T06:23:47.203" v="1650"/>
          <ac:cxnSpMkLst>
            <pc:docMk/>
            <pc:sldMk cId="1393749619" sldId="277"/>
            <ac:cxnSpMk id="21" creationId="{0552FC00-E6D3-45AF-BE3D-0368141142EE}"/>
          </ac:cxnSpMkLst>
        </pc:cxnChg>
      </pc:sldChg>
      <pc:sldChg chg="modSp new mod setBg">
        <pc:chgData name="Tim Rosulnik" userId="S::tim.rosulnik@sg.sckr.si::72617c08-ae52-413b-a896-3a30ab572709" providerId="AD" clId="Web-{0EA6F5C8-9E5E-BDF3-D38B-302E4B8C4EA4}" dt="2024-04-24T06:27:09.588" v="1748" actId="20577"/>
        <pc:sldMkLst>
          <pc:docMk/>
          <pc:sldMk cId="635675943" sldId="278"/>
        </pc:sldMkLst>
        <pc:spChg chg="mod">
          <ac:chgData name="Tim Rosulnik" userId="S::tim.rosulnik@sg.sckr.si::72617c08-ae52-413b-a896-3a30ab572709" providerId="AD" clId="Web-{0EA6F5C8-9E5E-BDF3-D38B-302E4B8C4EA4}" dt="2024-04-24T06:27:09.588" v="1748" actId="20577"/>
          <ac:spMkLst>
            <pc:docMk/>
            <pc:sldMk cId="635675943" sldId="278"/>
            <ac:spMk id="2" creationId="{C3220066-9013-8D09-2D5E-C5A774D4765F}"/>
          </ac:spMkLst>
        </pc:spChg>
        <pc:spChg chg="mod">
          <ac:chgData name="Tim Rosulnik" userId="S::tim.rosulnik@sg.sckr.si::72617c08-ae52-413b-a896-3a30ab572709" providerId="AD" clId="Web-{0EA6F5C8-9E5E-BDF3-D38B-302E4B8C4EA4}" dt="2024-04-24T06:27:02.962" v="1746" actId="20577"/>
          <ac:spMkLst>
            <pc:docMk/>
            <pc:sldMk cId="635675943" sldId="278"/>
            <ac:spMk id="3" creationId="{2E12A664-AD55-6554-68B4-88B25D8486C2}"/>
          </ac:spMkLst>
        </pc:spChg>
      </pc:sldChg>
      <pc:sldChg chg="modSp add del replId">
        <pc:chgData name="Tim Rosulnik" userId="S::tim.rosulnik@sg.sckr.si::72617c08-ae52-413b-a896-3a30ab572709" providerId="AD" clId="Web-{0EA6F5C8-9E5E-BDF3-D38B-302E4B8C4EA4}" dt="2024-04-24T06:22:43.684" v="1624"/>
        <pc:sldMkLst>
          <pc:docMk/>
          <pc:sldMk cId="1836594208" sldId="279"/>
        </pc:sldMkLst>
        <pc:spChg chg="mod">
          <ac:chgData name="Tim Rosulnik" userId="S::tim.rosulnik@sg.sckr.si::72617c08-ae52-413b-a896-3a30ab572709" providerId="AD" clId="Web-{0EA6F5C8-9E5E-BDF3-D38B-302E4B8C4EA4}" dt="2024-04-24T06:22:20.761" v="1622" actId="20577"/>
          <ac:spMkLst>
            <pc:docMk/>
            <pc:sldMk cId="1836594208" sldId="279"/>
            <ac:spMk id="2" creationId="{EA26ECA7-2723-1852-9FBF-CDCC2350E712}"/>
          </ac:spMkLst>
        </pc:spChg>
      </pc:sldChg>
      <pc:sldChg chg="modSp add replId">
        <pc:chgData name="Tim Rosulnik" userId="S::tim.rosulnik@sg.sckr.si::72617c08-ae52-413b-a896-3a30ab572709" providerId="AD" clId="Web-{0EA6F5C8-9E5E-BDF3-D38B-302E4B8C4EA4}" dt="2024-04-24T06:23:20.811" v="1649" actId="20577"/>
        <pc:sldMkLst>
          <pc:docMk/>
          <pc:sldMk cId="3690597829" sldId="280"/>
        </pc:sldMkLst>
        <pc:spChg chg="mod">
          <ac:chgData name="Tim Rosulnik" userId="S::tim.rosulnik@sg.sckr.si::72617c08-ae52-413b-a896-3a30ab572709" providerId="AD" clId="Web-{0EA6F5C8-9E5E-BDF3-D38B-302E4B8C4EA4}" dt="2024-04-24T06:22:50.966" v="1628" actId="20577"/>
          <ac:spMkLst>
            <pc:docMk/>
            <pc:sldMk cId="3690597829" sldId="280"/>
            <ac:spMk id="2" creationId="{EA26ECA7-2723-1852-9FBF-CDCC2350E712}"/>
          </ac:spMkLst>
        </pc:spChg>
        <pc:spChg chg="mod">
          <ac:chgData name="Tim Rosulnik" userId="S::tim.rosulnik@sg.sckr.si::72617c08-ae52-413b-a896-3a30ab572709" providerId="AD" clId="Web-{0EA6F5C8-9E5E-BDF3-D38B-302E4B8C4EA4}" dt="2024-04-24T06:23:20.811" v="1649" actId="20577"/>
          <ac:spMkLst>
            <pc:docMk/>
            <pc:sldMk cId="3690597829" sldId="280"/>
            <ac:spMk id="3" creationId="{CE3AED5A-D27D-A17E-C040-2809972B38B1}"/>
          </ac:spMkLst>
        </pc:spChg>
      </pc:sldChg>
      <pc:sldChg chg="addSp delSp modSp add replId">
        <pc:chgData name="Tim Rosulnik" userId="S::tim.rosulnik@sg.sckr.si::72617c08-ae52-413b-a896-3a30ab572709" providerId="AD" clId="Web-{0EA6F5C8-9E5E-BDF3-D38B-302E4B8C4EA4}" dt="2024-04-24T06:28:19.372" v="1774"/>
        <pc:sldMkLst>
          <pc:docMk/>
          <pc:sldMk cId="125816470" sldId="281"/>
        </pc:sldMkLst>
        <pc:spChg chg="mod">
          <ac:chgData name="Tim Rosulnik" userId="S::tim.rosulnik@sg.sckr.si::72617c08-ae52-413b-a896-3a30ab572709" providerId="AD" clId="Web-{0EA6F5C8-9E5E-BDF3-D38B-302E4B8C4EA4}" dt="2024-04-24T06:27:51.418" v="1766" actId="1076"/>
          <ac:spMkLst>
            <pc:docMk/>
            <pc:sldMk cId="125816470" sldId="281"/>
            <ac:spMk id="2" creationId="{C3220066-9013-8D09-2D5E-C5A774D4765F}"/>
          </ac:spMkLst>
        </pc:spChg>
        <pc:spChg chg="del">
          <ac:chgData name="Tim Rosulnik" userId="S::tim.rosulnik@sg.sckr.si::72617c08-ae52-413b-a896-3a30ab572709" providerId="AD" clId="Web-{0EA6F5C8-9E5E-BDF3-D38B-302E4B8C4EA4}" dt="2024-04-24T06:27:40.074" v="1764"/>
          <ac:spMkLst>
            <pc:docMk/>
            <pc:sldMk cId="125816470" sldId="281"/>
            <ac:spMk id="3" creationId="{2E12A664-AD55-6554-68B4-88B25D8486C2}"/>
          </ac:spMkLst>
        </pc:spChg>
        <pc:spChg chg="add del mod">
          <ac:chgData name="Tim Rosulnik" userId="S::tim.rosulnik@sg.sckr.si::72617c08-ae52-413b-a896-3a30ab572709" providerId="AD" clId="Web-{0EA6F5C8-9E5E-BDF3-D38B-302E4B8C4EA4}" dt="2024-04-24T06:27:46.261" v="1765"/>
          <ac:spMkLst>
            <pc:docMk/>
            <pc:sldMk cId="125816470" sldId="281"/>
            <ac:spMk id="5" creationId="{A6CE4FFD-D908-C528-5F85-3FCB610F2CE9}"/>
          </ac:spMkLst>
        </pc:spChg>
        <pc:spChg chg="add del mod">
          <ac:chgData name="Tim Rosulnik" userId="S::tim.rosulnik@sg.sckr.si::72617c08-ae52-413b-a896-3a30ab572709" providerId="AD" clId="Web-{0EA6F5C8-9E5E-BDF3-D38B-302E4B8C4EA4}" dt="2024-04-24T06:28:19.372" v="1774"/>
          <ac:spMkLst>
            <pc:docMk/>
            <pc:sldMk cId="125816470" sldId="281"/>
            <ac:spMk id="7" creationId="{FBF7EC64-B75A-680E-246B-62169F1E29CE}"/>
          </ac:spMkLst>
        </pc:spChg>
      </pc:sldChg>
    </pc:docChg>
  </pc:docChgLst>
  <pc:docChgLst>
    <pc:chgData name="Tim Rosulnik" userId="S::tim.rosulnik@sg.sckr.si::72617c08-ae52-413b-a896-3a30ab572709" providerId="AD" clId="Web-{80E18156-84C7-46B2-6ED9-A9FA0152ACC3}"/>
    <pc:docChg chg="modSld addMainMaster delMainMaster">
      <pc:chgData name="Tim Rosulnik" userId="S::tim.rosulnik@sg.sckr.si::72617c08-ae52-413b-a896-3a30ab572709" providerId="AD" clId="Web-{80E18156-84C7-46B2-6ED9-A9FA0152ACC3}" dt="2024-04-23T09:38:18.803" v="3"/>
      <pc:docMkLst>
        <pc:docMk/>
      </pc:docMkLst>
      <pc:sldChg chg="addSp delSp modSp mod modClrScheme delDesignElem chgLayout">
        <pc:chgData name="Tim Rosulnik" userId="S::tim.rosulnik@sg.sckr.si::72617c08-ae52-413b-a896-3a30ab572709" providerId="AD" clId="Web-{80E18156-84C7-46B2-6ED9-A9FA0152ACC3}" dt="2024-04-23T09:38:18.803" v="3"/>
        <pc:sldMkLst>
          <pc:docMk/>
          <pc:sldMk cId="109857222" sldId="256"/>
        </pc:sldMkLst>
        <pc:spChg chg="mod ord">
          <ac:chgData name="Tim Rosulnik" userId="S::tim.rosulnik@sg.sckr.si::72617c08-ae52-413b-a896-3a30ab572709" providerId="AD" clId="Web-{80E18156-84C7-46B2-6ED9-A9FA0152ACC3}" dt="2024-04-23T09:38:18.803" v="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Tim Rosulnik" userId="S::tim.rosulnik@sg.sckr.si::72617c08-ae52-413b-a896-3a30ab572709" providerId="AD" clId="Web-{80E18156-84C7-46B2-6ED9-A9FA0152ACC3}" dt="2024-04-23T09:38:18.803" v="3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Tim Rosulnik" userId="S::tim.rosulnik@sg.sckr.si::72617c08-ae52-413b-a896-3a30ab572709" providerId="AD" clId="Web-{80E18156-84C7-46B2-6ED9-A9FA0152ACC3}" dt="2024-04-23T09:38:18.803" v="3"/>
          <ac:spMkLst>
            <pc:docMk/>
            <pc:sldMk cId="109857222" sldId="256"/>
            <ac:spMk id="57" creationId="{33E93247-6229-44AB-A550-739E971E690B}"/>
          </ac:spMkLst>
        </pc:spChg>
        <pc:picChg chg="add del mod">
          <ac:chgData name="Tim Rosulnik" userId="S::tim.rosulnik@sg.sckr.si::72617c08-ae52-413b-a896-3a30ab572709" providerId="AD" clId="Web-{80E18156-84C7-46B2-6ED9-A9FA0152ACC3}" dt="2024-04-23T09:24:12.211" v="1"/>
          <ac:picMkLst>
            <pc:docMk/>
            <pc:sldMk cId="109857222" sldId="256"/>
            <ac:picMk id="4" creationId="{06767890-5B5B-7BD1-C91C-4A48FABDBB47}"/>
          </ac:picMkLst>
        </pc:picChg>
        <pc:picChg chg="del">
          <ac:chgData name="Tim Rosulnik" userId="S::tim.rosulnik@sg.sckr.si::72617c08-ae52-413b-a896-3a30ab572709" providerId="AD" clId="Web-{80E18156-84C7-46B2-6ED9-A9FA0152ACC3}" dt="2024-04-23T09:36:55.956" v="2"/>
          <ac:picMkLst>
            <pc:docMk/>
            <pc:sldMk cId="109857222" sldId="256"/>
            <ac:picMk id="60" creationId="{93709F1B-0EB7-E4A3-FF31-60FA195984D1}"/>
          </ac:picMkLst>
        </pc:picChg>
        <pc:cxnChg chg="del">
          <ac:chgData name="Tim Rosulnik" userId="S::tim.rosulnik@sg.sckr.si::72617c08-ae52-413b-a896-3a30ab572709" providerId="AD" clId="Web-{80E18156-84C7-46B2-6ED9-A9FA0152ACC3}" dt="2024-04-23T09:38:18.803" v="3"/>
          <ac:cxnSpMkLst>
            <pc:docMk/>
            <pc:sldMk cId="109857222" sldId="256"/>
            <ac:cxnSpMk id="58" creationId="{EE2E603F-4A95-4FE8-BB06-211DFD75DBEF}"/>
          </ac:cxnSpMkLst>
        </pc:cxnChg>
        <pc:cxnChg chg="del">
          <ac:chgData name="Tim Rosulnik" userId="S::tim.rosulnik@sg.sckr.si::72617c08-ae52-413b-a896-3a30ab572709" providerId="AD" clId="Web-{80E18156-84C7-46B2-6ED9-A9FA0152ACC3}" dt="2024-04-23T09:38:18.803" v="3"/>
          <ac:cxnSpMkLst>
            <pc:docMk/>
            <pc:sldMk cId="109857222" sldId="256"/>
            <ac:cxnSpMk id="59" creationId="{2CF06E40-3ECB-4820-95B5-8A70B07D4B47}"/>
          </ac:cxnSpMkLst>
        </pc:cxnChg>
      </pc:sldChg>
      <pc:sldMasterChg chg="del delSldLayout">
        <pc:chgData name="Tim Rosulnik" userId="S::tim.rosulnik@sg.sckr.si::72617c08-ae52-413b-a896-3a30ab572709" providerId="AD" clId="Web-{80E18156-84C7-46B2-6ED9-A9FA0152ACC3}" dt="2024-04-23T09:38:18.803" v="3"/>
        <pc:sldMasterMkLst>
          <pc:docMk/>
          <pc:sldMasterMk cId="263027295" sldId="2147483723"/>
        </pc:sldMasterMkLst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2900043607" sldId="2147483712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3891755978" sldId="2147483713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340376031" sldId="2147483714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2585503481" sldId="2147483715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2489534287" sldId="2147483716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4195129933" sldId="2147483717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3494291119" sldId="2147483718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859901082" sldId="2147483719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1985359280" sldId="2147483720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3073771877" sldId="2147483721"/>
          </pc:sldLayoutMkLst>
        </pc:sldLayoutChg>
        <pc:sldLayoutChg chg="del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63027295" sldId="2147483723"/>
            <pc:sldLayoutMk cId="1648981193" sldId="2147483722"/>
          </pc:sldLayoutMkLst>
        </pc:sldLayoutChg>
      </pc:sldMasterChg>
      <pc:sldMasterChg chg="add addSldLayout modSldLayout">
        <pc:chgData name="Tim Rosulnik" userId="S::tim.rosulnik@sg.sckr.si::72617c08-ae52-413b-a896-3a30ab572709" providerId="AD" clId="Web-{80E18156-84C7-46B2-6ED9-A9FA0152ACC3}" dt="2024-04-23T09:38:18.803" v="3"/>
        <pc:sldMasterMkLst>
          <pc:docMk/>
          <pc:sldMasterMk cId="2483556589" sldId="2147483724"/>
        </pc:sldMasterMkLst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1215839445" sldId="2147483725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3364819629" sldId="2147483726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4122109916" sldId="2147483727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749789380" sldId="2147483728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3228911431" sldId="2147483729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2586737938" sldId="2147483730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3565637465" sldId="2147483731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4102248196" sldId="2147483732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3949509542" sldId="2147483733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559021747" sldId="2147483734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538694172" sldId="2147483735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1097498340" sldId="2147483736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3796542715" sldId="2147483737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2856643703" sldId="2147483738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1558117058" sldId="2147483739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118170840" sldId="2147483740"/>
          </pc:sldLayoutMkLst>
        </pc:sldLayoutChg>
        <pc:sldLayoutChg chg="add mod replId">
          <pc:chgData name="Tim Rosulnik" userId="S::tim.rosulnik@sg.sckr.si::72617c08-ae52-413b-a896-3a30ab572709" providerId="AD" clId="Web-{80E18156-84C7-46B2-6ED9-A9FA0152ACC3}" dt="2024-04-23T09:38:18.803" v="3"/>
          <pc:sldLayoutMkLst>
            <pc:docMk/>
            <pc:sldMasterMk cId="2483556589" sldId="2147483724"/>
            <pc:sldLayoutMk cId="2564482694" sldId="2147483741"/>
          </pc:sldLayoutMkLst>
        </pc:sldLayoutChg>
      </pc:sldMasterChg>
    </pc:docChg>
  </pc:docChgLst>
  <pc:docChgLst>
    <pc:chgData name="Tim Rosulnik" userId="S::tim.rosulnik@sg.sckr.si::72617c08-ae52-413b-a896-3a30ab572709" providerId="AD" clId="Web-{60402D18-D69D-32B6-5ABD-5A759490ACBB}"/>
    <pc:docChg chg="modSld">
      <pc:chgData name="Tim Rosulnik" userId="S::tim.rosulnik@sg.sckr.si::72617c08-ae52-413b-a896-3a30ab572709" providerId="AD" clId="Web-{60402D18-D69D-32B6-5ABD-5A759490ACBB}" dt="2024-04-22T09:48:55.679" v="23" actId="20577"/>
      <pc:docMkLst>
        <pc:docMk/>
      </pc:docMkLst>
      <pc:sldChg chg="modSp">
        <pc:chgData name="Tim Rosulnik" userId="S::tim.rosulnik@sg.sckr.si::72617c08-ae52-413b-a896-3a30ab572709" providerId="AD" clId="Web-{60402D18-D69D-32B6-5ABD-5A759490ACBB}" dt="2024-04-22T09:48:55.679" v="23" actId="20577"/>
        <pc:sldMkLst>
          <pc:docMk/>
          <pc:sldMk cId="109857222" sldId="256"/>
        </pc:sldMkLst>
        <pc:spChg chg="mod">
          <ac:chgData name="Tim Rosulnik" userId="S::tim.rosulnik@sg.sckr.si::72617c08-ae52-413b-a896-3a30ab572709" providerId="AD" clId="Web-{60402D18-D69D-32B6-5ABD-5A759490ACBB}" dt="2024-04-22T09:47:59.959" v="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im Rosulnik" userId="S::tim.rosulnik@sg.sckr.si::72617c08-ae52-413b-a896-3a30ab572709" providerId="AD" clId="Web-{60402D18-D69D-32B6-5ABD-5A759490ACBB}" dt="2024-04-22T09:48:55.679" v="23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Tim Rosulnik" userId="S::tim.rosulnik@sg.sckr.si::72617c08-ae52-413b-a896-3a30ab572709" providerId="AD" clId="Web-{AA4064FD-3777-C2F3-1D44-5D34E3C88974}"/>
    <pc:docChg chg="modSld addMainMaster delMainMaster">
      <pc:chgData name="Tim Rosulnik" userId="S::tim.rosulnik@sg.sckr.si::72617c08-ae52-413b-a896-3a30ab572709" providerId="AD" clId="Web-{AA4064FD-3777-C2F3-1D44-5D34E3C88974}" dt="2024-04-22T09:51:44.621" v="13"/>
      <pc:docMkLst>
        <pc:docMk/>
      </pc:docMkLst>
      <pc:sldChg chg="addSp delSp modSp mod setBg modClrScheme chgLayout">
        <pc:chgData name="Tim Rosulnik" userId="S::tim.rosulnik@sg.sckr.si::72617c08-ae52-413b-a896-3a30ab572709" providerId="AD" clId="Web-{AA4064FD-3777-C2F3-1D44-5D34E3C88974}" dt="2024-04-22T09:51:44.621" v="13"/>
        <pc:sldMkLst>
          <pc:docMk/>
          <pc:sldMk cId="109857222" sldId="256"/>
        </pc:sldMkLst>
        <pc:spChg chg="mod ord">
          <ac:chgData name="Tim Rosulnik" userId="S::tim.rosulnik@sg.sckr.si::72617c08-ae52-413b-a896-3a30ab572709" providerId="AD" clId="Web-{AA4064FD-3777-C2F3-1D44-5D34E3C88974}" dt="2024-04-22T09:51:44.621" v="1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Tim Rosulnik" userId="S::tim.rosulnik@sg.sckr.si::72617c08-ae52-413b-a896-3a30ab572709" providerId="AD" clId="Web-{AA4064FD-3777-C2F3-1D44-5D34E3C88974}" dt="2024-04-22T09:51:44.621" v="13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36.680" v="2"/>
          <ac:spMkLst>
            <pc:docMk/>
            <pc:sldMk cId="109857222" sldId="256"/>
            <ac:spMk id="9" creationId="{F619DE0E-F039-443E-AF60-E4B6AA72D29F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36.680" v="2"/>
          <ac:spMkLst>
            <pc:docMk/>
            <pc:sldMk cId="109857222" sldId="256"/>
            <ac:spMk id="11" creationId="{AA065953-3D69-4CD4-80C3-DF10DEB4C761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36.680" v="2"/>
          <ac:spMkLst>
            <pc:docMk/>
            <pc:sldMk cId="109857222" sldId="256"/>
            <ac:spMk id="13" creationId="{2AB36DB5-F10D-4EDB-87E2-ECB9301FFC62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36.680" v="2"/>
          <ac:spMkLst>
            <pc:docMk/>
            <pc:sldMk cId="109857222" sldId="256"/>
            <ac:spMk id="15" creationId="{446F195D-95DC-419E-BBC1-E2B601A6067B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36.680" v="2"/>
          <ac:spMkLst>
            <pc:docMk/>
            <pc:sldMk cId="109857222" sldId="256"/>
            <ac:spMk id="17" creationId="{55993D72-5628-4E5E-BB9F-96066414EEFD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50.524" v="4"/>
          <ac:spMkLst>
            <pc:docMk/>
            <pc:sldMk cId="109857222" sldId="256"/>
            <ac:spMk id="19" creationId="{4EFE82FE-7465-AE46-88DF-34D347E83B84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56.353" v="6"/>
          <ac:spMkLst>
            <pc:docMk/>
            <pc:sldMk cId="109857222" sldId="256"/>
            <ac:spMk id="31" creationId="{A5D0B0D3-D735-4619-AA45-B57B791E1744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56.353" v="6"/>
          <ac:spMkLst>
            <pc:docMk/>
            <pc:sldMk cId="109857222" sldId="256"/>
            <ac:spMk id="33" creationId="{25A2CBEC-4F23-437D-9D03-9968C9B79790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0:56.353" v="6"/>
          <ac:spMkLst>
            <pc:docMk/>
            <pc:sldMk cId="109857222" sldId="256"/>
            <ac:spMk id="38" creationId="{6264A856-A4F6-4068-9AC3-7B38A00DA75A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18.432" v="8"/>
          <ac:spMkLst>
            <pc:docMk/>
            <pc:sldMk cId="109857222" sldId="256"/>
            <ac:spMk id="41" creationId="{1E644DE9-8D09-43E2-BA69-F57482CFC93A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18.432" v="8"/>
          <ac:spMkLst>
            <pc:docMk/>
            <pc:sldMk cId="109857222" sldId="256"/>
            <ac:spMk id="42" creationId="{6C23C919-B32E-40FF-B3D8-631316E84E3E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18.432" v="8"/>
          <ac:spMkLst>
            <pc:docMk/>
            <pc:sldMk cId="109857222" sldId="256"/>
            <ac:spMk id="43" creationId="{61B17B84-F8A7-4053-9C9D-91E3CA7FFEFA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40.152" v="10"/>
          <ac:spMkLst>
            <pc:docMk/>
            <pc:sldMk cId="109857222" sldId="256"/>
            <ac:spMk id="46" creationId="{33E93247-6229-44AB-A550-739E971E690B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44.496" v="12"/>
          <ac:spMkLst>
            <pc:docMk/>
            <pc:sldMk cId="109857222" sldId="256"/>
            <ac:spMk id="51" creationId="{BC88933B-CFB2-4662-9CA9-2C1E08385BA5}"/>
          </ac:spMkLst>
        </pc:spChg>
        <pc:spChg chg="add del">
          <ac:chgData name="Tim Rosulnik" userId="S::tim.rosulnik@sg.sckr.si::72617c08-ae52-413b-a896-3a30ab572709" providerId="AD" clId="Web-{AA4064FD-3777-C2F3-1D44-5D34E3C88974}" dt="2024-04-22T09:51:44.496" v="12"/>
          <ac:spMkLst>
            <pc:docMk/>
            <pc:sldMk cId="109857222" sldId="256"/>
            <ac:spMk id="52" creationId="{F909EEE1-52DB-4A86-AFCE-CCE9041848D1}"/>
          </ac:spMkLst>
        </pc:spChg>
        <pc:spChg chg="add">
          <ac:chgData name="Tim Rosulnik" userId="S::tim.rosulnik@sg.sckr.si::72617c08-ae52-413b-a896-3a30ab572709" providerId="AD" clId="Web-{AA4064FD-3777-C2F3-1D44-5D34E3C88974}" dt="2024-04-22T09:51:44.621" v="13"/>
          <ac:spMkLst>
            <pc:docMk/>
            <pc:sldMk cId="109857222" sldId="256"/>
            <ac:spMk id="57" creationId="{33E93247-6229-44AB-A550-739E971E690B}"/>
          </ac:spMkLst>
        </pc:spChg>
        <pc:grpChg chg="add del">
          <ac:chgData name="Tim Rosulnik" userId="S::tim.rosulnik@sg.sckr.si::72617c08-ae52-413b-a896-3a30ab572709" providerId="AD" clId="Web-{AA4064FD-3777-C2F3-1D44-5D34E3C88974}" dt="2024-04-22T09:50:50.524" v="4"/>
          <ac:grpSpMkLst>
            <pc:docMk/>
            <pc:sldMk cId="109857222" sldId="256"/>
            <ac:grpSpMk id="21" creationId="{66F2B51C-9578-EB41-A17E-FFF9D491ADA0}"/>
          </ac:grpSpMkLst>
        </pc:grpChg>
        <pc:grpChg chg="add del">
          <ac:chgData name="Tim Rosulnik" userId="S::tim.rosulnik@sg.sckr.si::72617c08-ae52-413b-a896-3a30ab572709" providerId="AD" clId="Web-{AA4064FD-3777-C2F3-1D44-5D34E3C88974}" dt="2024-04-22T09:50:56.353" v="6"/>
          <ac:grpSpMkLst>
            <pc:docMk/>
            <pc:sldMk cId="109857222" sldId="256"/>
            <ac:grpSpMk id="23" creationId="{C2983E8C-44FB-463B-B6B0-B53E96ACCD72}"/>
          </ac:grpSpMkLst>
        </pc:grpChg>
        <pc:grpChg chg="add del">
          <ac:chgData name="Tim Rosulnik" userId="S::tim.rosulnik@sg.sckr.si::72617c08-ae52-413b-a896-3a30ab572709" providerId="AD" clId="Web-{AA4064FD-3777-C2F3-1D44-5D34E3C88974}" dt="2024-04-22T09:50:56.353" v="6"/>
          <ac:grpSpMkLst>
            <pc:docMk/>
            <pc:sldMk cId="109857222" sldId="256"/>
            <ac:grpSpMk id="34" creationId="{DBBA0A0D-8F6A-400A-9E49-8C008E2C7DB1}"/>
          </ac:grpSpMkLst>
        </pc:grpChg>
        <pc:picChg chg="add del">
          <ac:chgData name="Tim Rosulnik" userId="S::tim.rosulnik@sg.sckr.si::72617c08-ae52-413b-a896-3a30ab572709" providerId="AD" clId="Web-{AA4064FD-3777-C2F3-1D44-5D34E3C88974}" dt="2024-04-22T09:50:36.680" v="2"/>
          <ac:picMkLst>
            <pc:docMk/>
            <pc:sldMk cId="109857222" sldId="256"/>
            <ac:picMk id="4" creationId="{2094767D-F90A-9CF6-FF9D-91525FA8D35A}"/>
          </ac:picMkLst>
        </pc:picChg>
        <pc:picChg chg="add del">
          <ac:chgData name="Tim Rosulnik" userId="S::tim.rosulnik@sg.sckr.si::72617c08-ae52-413b-a896-3a30ab572709" providerId="AD" clId="Web-{AA4064FD-3777-C2F3-1D44-5D34E3C88974}" dt="2024-04-22T09:50:50.524" v="4"/>
          <ac:picMkLst>
            <pc:docMk/>
            <pc:sldMk cId="109857222" sldId="256"/>
            <ac:picMk id="25" creationId="{0B77DE22-7C7C-21D0-10EC-8482E9421B9E}"/>
          </ac:picMkLst>
        </pc:picChg>
        <pc:picChg chg="add del">
          <ac:chgData name="Tim Rosulnik" userId="S::tim.rosulnik@sg.sckr.si::72617c08-ae52-413b-a896-3a30ab572709" providerId="AD" clId="Web-{AA4064FD-3777-C2F3-1D44-5D34E3C88974}" dt="2024-04-22T09:50:56.353" v="6"/>
          <ac:picMkLst>
            <pc:docMk/>
            <pc:sldMk cId="109857222" sldId="256"/>
            <ac:picMk id="32" creationId="{800C0EBB-E7BD-0EDE-FD2F-54565810C7E0}"/>
          </ac:picMkLst>
        </pc:picChg>
        <pc:picChg chg="add del">
          <ac:chgData name="Tim Rosulnik" userId="S::tim.rosulnik@sg.sckr.si::72617c08-ae52-413b-a896-3a30ab572709" providerId="AD" clId="Web-{AA4064FD-3777-C2F3-1D44-5D34E3C88974}" dt="2024-04-22T09:51:18.432" v="8"/>
          <ac:picMkLst>
            <pc:docMk/>
            <pc:sldMk cId="109857222" sldId="256"/>
            <ac:picMk id="44" creationId="{AF9BECCF-D076-41EF-77F7-A52832AF21E6}"/>
          </ac:picMkLst>
        </pc:picChg>
        <pc:picChg chg="add del">
          <ac:chgData name="Tim Rosulnik" userId="S::tim.rosulnik@sg.sckr.si::72617c08-ae52-413b-a896-3a30ab572709" providerId="AD" clId="Web-{AA4064FD-3777-C2F3-1D44-5D34E3C88974}" dt="2024-04-22T09:51:40.152" v="10"/>
          <ac:picMkLst>
            <pc:docMk/>
            <pc:sldMk cId="109857222" sldId="256"/>
            <ac:picMk id="49" creationId="{93709F1B-0EB7-E4A3-FF31-60FA195984D1}"/>
          </ac:picMkLst>
        </pc:picChg>
        <pc:picChg chg="add del">
          <ac:chgData name="Tim Rosulnik" userId="S::tim.rosulnik@sg.sckr.si::72617c08-ae52-413b-a896-3a30ab572709" providerId="AD" clId="Web-{AA4064FD-3777-C2F3-1D44-5D34E3C88974}" dt="2024-04-22T09:51:44.496" v="12"/>
          <ac:picMkLst>
            <pc:docMk/>
            <pc:sldMk cId="109857222" sldId="256"/>
            <ac:picMk id="53" creationId="{81308867-7CAC-48B5-F413-B18F97C673B6}"/>
          </ac:picMkLst>
        </pc:picChg>
        <pc:picChg chg="add">
          <ac:chgData name="Tim Rosulnik" userId="S::tim.rosulnik@sg.sckr.si::72617c08-ae52-413b-a896-3a30ab572709" providerId="AD" clId="Web-{AA4064FD-3777-C2F3-1D44-5D34E3C88974}" dt="2024-04-22T09:51:44.621" v="13"/>
          <ac:picMkLst>
            <pc:docMk/>
            <pc:sldMk cId="109857222" sldId="256"/>
            <ac:picMk id="60" creationId="{93709F1B-0EB7-E4A3-FF31-60FA195984D1}"/>
          </ac:picMkLst>
        </pc:picChg>
        <pc:cxnChg chg="add del">
          <ac:chgData name="Tim Rosulnik" userId="S::tim.rosulnik@sg.sckr.si::72617c08-ae52-413b-a896-3a30ab572709" providerId="AD" clId="Web-{AA4064FD-3777-C2F3-1D44-5D34E3C88974}" dt="2024-04-22T09:50:50.524" v="4"/>
          <ac:cxnSpMkLst>
            <pc:docMk/>
            <pc:sldMk cId="109857222" sldId="256"/>
            <ac:cxnSpMk id="20" creationId="{EEA70831-9A8D-3B4D-8EA5-EE32F93E94E9}"/>
          </ac:cxnSpMkLst>
        </pc:cxnChg>
        <pc:cxnChg chg="add del">
          <ac:chgData name="Tim Rosulnik" userId="S::tim.rosulnik@sg.sckr.si::72617c08-ae52-413b-a896-3a30ab572709" providerId="AD" clId="Web-{AA4064FD-3777-C2F3-1D44-5D34E3C88974}" dt="2024-04-22T09:51:40.152" v="10"/>
          <ac:cxnSpMkLst>
            <pc:docMk/>
            <pc:sldMk cId="109857222" sldId="256"/>
            <ac:cxnSpMk id="47" creationId="{EE2E603F-4A95-4FE8-BB06-211DFD75DBEF}"/>
          </ac:cxnSpMkLst>
        </pc:cxnChg>
        <pc:cxnChg chg="add del">
          <ac:chgData name="Tim Rosulnik" userId="S::tim.rosulnik@sg.sckr.si::72617c08-ae52-413b-a896-3a30ab572709" providerId="AD" clId="Web-{AA4064FD-3777-C2F3-1D44-5D34E3C88974}" dt="2024-04-22T09:51:40.152" v="10"/>
          <ac:cxnSpMkLst>
            <pc:docMk/>
            <pc:sldMk cId="109857222" sldId="256"/>
            <ac:cxnSpMk id="48" creationId="{2CF06E40-3ECB-4820-95B5-8A70B07D4B47}"/>
          </ac:cxnSpMkLst>
        </pc:cxnChg>
        <pc:cxnChg chg="add del">
          <ac:chgData name="Tim Rosulnik" userId="S::tim.rosulnik@sg.sckr.si::72617c08-ae52-413b-a896-3a30ab572709" providerId="AD" clId="Web-{AA4064FD-3777-C2F3-1D44-5D34E3C88974}" dt="2024-04-22T09:51:44.496" v="12"/>
          <ac:cxnSpMkLst>
            <pc:docMk/>
            <pc:sldMk cId="109857222" sldId="256"/>
            <ac:cxnSpMk id="54" creationId="{326FE4BA-3BD1-4AB3-A3EB-39FF16D96403}"/>
          </ac:cxnSpMkLst>
        </pc:cxnChg>
        <pc:cxnChg chg="add del mod">
          <ac:chgData name="Tim Rosulnik" userId="S::tim.rosulnik@sg.sckr.si::72617c08-ae52-413b-a896-3a30ab572709" providerId="AD" clId="Web-{AA4064FD-3777-C2F3-1D44-5D34E3C88974}" dt="2024-04-22T09:51:44.496" v="12"/>
          <ac:cxnSpMkLst>
            <pc:docMk/>
            <pc:sldMk cId="109857222" sldId="256"/>
            <ac:cxnSpMk id="55" creationId="{CBD85EF3-E980-4EF9-BF91-C0540D302A95}"/>
          </ac:cxnSpMkLst>
        </pc:cxnChg>
        <pc:cxnChg chg="add">
          <ac:chgData name="Tim Rosulnik" userId="S::tim.rosulnik@sg.sckr.si::72617c08-ae52-413b-a896-3a30ab572709" providerId="AD" clId="Web-{AA4064FD-3777-C2F3-1D44-5D34E3C88974}" dt="2024-04-22T09:51:44.621" v="13"/>
          <ac:cxnSpMkLst>
            <pc:docMk/>
            <pc:sldMk cId="109857222" sldId="256"/>
            <ac:cxnSpMk id="58" creationId="{EE2E603F-4A95-4FE8-BB06-211DFD75DBEF}"/>
          </ac:cxnSpMkLst>
        </pc:cxnChg>
        <pc:cxnChg chg="add">
          <ac:chgData name="Tim Rosulnik" userId="S::tim.rosulnik@sg.sckr.si::72617c08-ae52-413b-a896-3a30ab572709" providerId="AD" clId="Web-{AA4064FD-3777-C2F3-1D44-5D34E3C88974}" dt="2024-04-22T09:51:44.621" v="13"/>
          <ac:cxnSpMkLst>
            <pc:docMk/>
            <pc:sldMk cId="109857222" sldId="256"/>
            <ac:cxnSpMk id="59" creationId="{2CF06E40-3ECB-4820-95B5-8A70B07D4B47}"/>
          </ac:cxnSpMkLst>
        </pc:cxnChg>
      </pc:sldChg>
      <pc:sldMasterChg chg="del delSldLayout">
        <pc:chgData name="Tim Rosulnik" userId="S::tim.rosulnik@sg.sckr.si::72617c08-ae52-413b-a896-3a30ab572709" providerId="AD" clId="Web-{AA4064FD-3777-C2F3-1D44-5D34E3C88974}" dt="2024-04-22T09:50:11.350" v="0"/>
        <pc:sldMasterMkLst>
          <pc:docMk/>
          <pc:sldMasterMk cId="2460954070" sldId="2147483660"/>
        </pc:sldMasterMkLst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Tim Rosulnik" userId="S::tim.rosulnik@sg.sckr.si::72617c08-ae52-413b-a896-3a30ab572709" providerId="AD" clId="Web-{AA4064FD-3777-C2F3-1D44-5D34E3C88974}" dt="2024-04-22T09:50:11.350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Tim Rosulnik" userId="S::tim.rosulnik@sg.sckr.si::72617c08-ae52-413b-a896-3a30ab572709" providerId="AD" clId="Web-{AA4064FD-3777-C2F3-1D44-5D34E3C88974}" dt="2024-04-22T09:51:44.621" v="13"/>
        <pc:sldMasterMkLst>
          <pc:docMk/>
          <pc:sldMasterMk cId="1743998272" sldId="2147483672"/>
        </pc:sldMasterMkLst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57014877" sldId="2147483673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4288579386" sldId="2147483674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1386312291" sldId="2147483675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2064237260" sldId="2147483676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2795427618" sldId="2147483677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3772203672" sldId="2147483678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1171926988" sldId="2147483679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2593963123" sldId="2147483680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3616592777" sldId="2147483681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2775252800" sldId="2147483682"/>
          </pc:sldLayoutMkLst>
        </pc:sldLayoutChg>
        <pc:sldLayoutChg chg="add del mod replId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1743998272" sldId="2147483672"/>
            <pc:sldLayoutMk cId="2175243996" sldId="2147483683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1:44.496" v="12"/>
        <pc:sldMasterMkLst>
          <pc:docMk/>
          <pc:sldMasterMk cId="944799384" sldId="2147483697"/>
        </pc:sldMasterMkLst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1464724355" sldId="214748368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3757166336" sldId="214748368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3938325943" sldId="214748368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3767952263" sldId="214748368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4200234880" sldId="214748369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1560861675" sldId="214748369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3591200892" sldId="214748369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2529546915" sldId="214748369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31455240" sldId="214748369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4248347323" sldId="214748369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496" v="12"/>
          <pc:sldLayoutMkLst>
            <pc:docMk/>
            <pc:sldMasterMk cId="944799384" sldId="2147483697"/>
            <pc:sldLayoutMk cId="1571098447" sldId="2147483696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0:36.680" v="2"/>
        <pc:sldMasterMkLst>
          <pc:docMk/>
          <pc:sldMasterMk cId="730866150" sldId="2147483710"/>
        </pc:sldMasterMkLst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119278942" sldId="214748369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085744786" sldId="214748370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3536061628" sldId="214748370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3043048860" sldId="214748370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980502122" sldId="214748370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392539578" sldId="214748370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442503209" sldId="214748370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369516796" sldId="214748370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3371008" sldId="214748370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1074839391" sldId="214748370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36.680" v="2"/>
          <pc:sldLayoutMkLst>
            <pc:docMk/>
            <pc:sldMasterMk cId="730866150" sldId="2147483710"/>
            <pc:sldLayoutMk cId="3987722212" sldId="2147483709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1:44.621" v="13"/>
        <pc:sldMasterMkLst>
          <pc:docMk/>
          <pc:sldMasterMk cId="263027295" sldId="2147483723"/>
        </pc:sldMasterMkLst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2900043607" sldId="214748371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3891755978" sldId="214748371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340376031" sldId="214748371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2585503481" sldId="214748371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2489534287" sldId="214748371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4195129933" sldId="214748371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3494291119" sldId="214748371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859901082" sldId="214748371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1985359280" sldId="214748372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3073771877" sldId="214748372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44.621" v="13"/>
          <pc:sldLayoutMkLst>
            <pc:docMk/>
            <pc:sldMasterMk cId="263027295" sldId="2147483723"/>
            <pc:sldLayoutMk cId="1648981193" sldId="2147483722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0:56.353" v="6"/>
        <pc:sldMasterMkLst>
          <pc:docMk/>
          <pc:sldMasterMk cId="2815452770" sldId="2147483749"/>
        </pc:sldMasterMkLst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1661010485" sldId="214748373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653226470" sldId="214748373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2781067547" sldId="214748374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1153138373" sldId="214748374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2793573529" sldId="214748374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1787764860" sldId="214748374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2515312596" sldId="214748374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2954205937" sldId="214748374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4169232659" sldId="214748374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4172064730" sldId="214748374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6.353" v="6"/>
          <pc:sldLayoutMkLst>
            <pc:docMk/>
            <pc:sldMasterMk cId="2815452770" sldId="2147483749"/>
            <pc:sldLayoutMk cId="2684276574" sldId="2147483748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1:18.432" v="8"/>
        <pc:sldMasterMkLst>
          <pc:docMk/>
          <pc:sldMasterMk cId="596403683" sldId="2147483762"/>
        </pc:sldMasterMkLst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2485342199" sldId="214748375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3488469671" sldId="214748375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3574460842" sldId="214748375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140834394" sldId="214748375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1661345284" sldId="214748375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4074287140" sldId="214748375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1696254764" sldId="214748375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415597347" sldId="214748375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836398861" sldId="214748375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4163598720" sldId="214748376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1:18.432" v="8"/>
          <pc:sldLayoutMkLst>
            <pc:docMk/>
            <pc:sldMasterMk cId="596403683" sldId="2147483762"/>
            <pc:sldLayoutMk cId="810140546" sldId="2147483761"/>
          </pc:sldLayoutMkLst>
        </pc:sldLayoutChg>
      </pc:sldMasterChg>
      <pc:sldMasterChg chg="add del addSldLayout delSldLayout">
        <pc:chgData name="Tim Rosulnik" userId="S::tim.rosulnik@sg.sckr.si::72617c08-ae52-413b-a896-3a30ab572709" providerId="AD" clId="Web-{AA4064FD-3777-C2F3-1D44-5D34E3C88974}" dt="2024-04-22T09:50:50.524" v="4"/>
        <pc:sldMasterMkLst>
          <pc:docMk/>
          <pc:sldMasterMk cId="1666329049" sldId="2147483775"/>
        </pc:sldMasterMkLst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955580369" sldId="2147483764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1887583547" sldId="2147483765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1391894307" sldId="2147483766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758502708" sldId="2147483767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1960539498" sldId="2147483768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4064328379" sldId="2147483769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3869023777" sldId="2147483770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2566555275" sldId="2147483771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4227256265" sldId="2147483772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1531281105" sldId="2147483773"/>
          </pc:sldLayoutMkLst>
        </pc:sldLayoutChg>
        <pc:sldLayoutChg chg="add del">
          <pc:chgData name="Tim Rosulnik" userId="S::tim.rosulnik@sg.sckr.si::72617c08-ae52-413b-a896-3a30ab572709" providerId="AD" clId="Web-{AA4064FD-3777-C2F3-1D44-5D34E3C88974}" dt="2024-04-22T09:50:50.524" v="4"/>
          <pc:sldLayoutMkLst>
            <pc:docMk/>
            <pc:sldMasterMk cId="1666329049" sldId="2147483775"/>
            <pc:sldLayoutMk cId="3125152341" sldId="2147483774"/>
          </pc:sldLayoutMkLst>
        </pc:sldLayoutChg>
      </pc:sldMasterChg>
    </pc:docChg>
  </pc:docChgLst>
  <pc:docChgLst>
    <pc:chgData name="Tim Rosulnik" userId="S::tim.rosulnik@sg.sckr.si::72617c08-ae52-413b-a896-3a30ab572709" providerId="AD" clId="Web-{737415BD-B4E3-4B88-626B-E3D2E78F547A}"/>
    <pc:docChg chg="modSld">
      <pc:chgData name="Tim Rosulnik" userId="S::tim.rosulnik@sg.sckr.si::72617c08-ae52-413b-a896-3a30ab572709" providerId="AD" clId="Web-{737415BD-B4E3-4B88-626B-E3D2E78F547A}" dt="2024-04-24T08:57:16.197" v="3" actId="20577"/>
      <pc:docMkLst>
        <pc:docMk/>
      </pc:docMkLst>
      <pc:sldChg chg="modSp">
        <pc:chgData name="Tim Rosulnik" userId="S::tim.rosulnik@sg.sckr.si::72617c08-ae52-413b-a896-3a30ab572709" providerId="AD" clId="Web-{737415BD-B4E3-4B88-626B-E3D2E78F547A}" dt="2024-04-24T08:57:16.197" v="3" actId="20577"/>
        <pc:sldMkLst>
          <pc:docMk/>
          <pc:sldMk cId="125816470" sldId="281"/>
        </pc:sldMkLst>
        <pc:spChg chg="mod">
          <ac:chgData name="Tim Rosulnik" userId="S::tim.rosulnik@sg.sckr.si::72617c08-ae52-413b-a896-3a30ab572709" providerId="AD" clId="Web-{737415BD-B4E3-4B88-626B-E3D2E78F547A}" dt="2024-04-24T08:57:16.197" v="3" actId="20577"/>
          <ac:spMkLst>
            <pc:docMk/>
            <pc:sldMk cId="125816470" sldId="281"/>
            <ac:spMk id="2" creationId="{C3220066-9013-8D09-2D5E-C5A774D4765F}"/>
          </ac:spMkLst>
        </pc:spChg>
      </pc:sldChg>
    </pc:docChg>
  </pc:docChgLst>
  <pc:docChgLst>
    <pc:chgData name="Tim Rosulnik" userId="S::tim.rosulnik@sg.sckr.si::72617c08-ae52-413b-a896-3a30ab572709" providerId="AD" clId="Web-{33EDF0C1-A60B-E4A4-2FB6-C04460BB2426}"/>
    <pc:docChg chg="addSld modSld">
      <pc:chgData name="Tim Rosulnik" userId="S::tim.rosulnik@sg.sckr.si::72617c08-ae52-413b-a896-3a30ab572709" providerId="AD" clId="Web-{33EDF0C1-A60B-E4A4-2FB6-C04460BB2426}" dt="2024-04-23T11:46:09.670" v="23"/>
      <pc:docMkLst>
        <pc:docMk/>
      </pc:docMkLst>
      <pc:sldChg chg="addSp delSp modSp">
        <pc:chgData name="Tim Rosulnik" userId="S::tim.rosulnik@sg.sckr.si::72617c08-ae52-413b-a896-3a30ab572709" providerId="AD" clId="Web-{33EDF0C1-A60B-E4A4-2FB6-C04460BB2426}" dt="2024-04-23T11:46:09.670" v="23"/>
        <pc:sldMkLst>
          <pc:docMk/>
          <pc:sldMk cId="109857222" sldId="256"/>
        </pc:sldMkLst>
        <pc:spChg chg="mod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Tim Rosulnik" userId="S::tim.rosulnik@sg.sckr.si::72617c08-ae52-413b-a896-3a30ab572709" providerId="AD" clId="Web-{33EDF0C1-A60B-E4A4-2FB6-C04460BB2426}" dt="2024-04-23T11:43:12.339" v="9"/>
          <ac:spMkLst>
            <pc:docMk/>
            <pc:sldMk cId="109857222" sldId="256"/>
            <ac:spMk id="4" creationId="{9CB9E826-0336-FDDE-8F99-C0B4B30F8EE5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6.402" v="20"/>
          <ac:spMkLst>
            <pc:docMk/>
            <pc:sldMk cId="109857222" sldId="256"/>
            <ac:spMk id="133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6.402" v="20"/>
          <ac:spMkLst>
            <pc:docMk/>
            <pc:sldMk cId="109857222" sldId="256"/>
            <ac:spMk id="134" creationId="{ADA271CD-3011-4A05-B4A3-80F1794684F2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38.027" v="11"/>
          <ac:spMkLst>
            <pc:docMk/>
            <pc:sldMk cId="109857222" sldId="256"/>
            <ac:spMk id="139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38.027" v="11"/>
          <ac:spMkLst>
            <pc:docMk/>
            <pc:sldMk cId="109857222" sldId="256"/>
            <ac:spMk id="141" creationId="{9FBB9AF1-CE92-475C-A47B-5FC32922B3E9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38.027" v="11"/>
          <ac:spMkLst>
            <pc:docMk/>
            <pc:sldMk cId="109857222" sldId="256"/>
            <ac:spMk id="145" creationId="{7021D92D-08FF-45A6-9109-AC9462C7E8E3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41.199" v="13"/>
          <ac:spMkLst>
            <pc:docMk/>
            <pc:sldMk cId="109857222" sldId="256"/>
            <ac:spMk id="147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41.199" v="13"/>
          <ac:spMkLst>
            <pc:docMk/>
            <pc:sldMk cId="109857222" sldId="256"/>
            <ac:spMk id="149" creationId="{7021D92D-08FF-45A6-9109-AC9462C7E8E3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47.137" v="15"/>
          <ac:spMkLst>
            <pc:docMk/>
            <pc:sldMk cId="109857222" sldId="256"/>
            <ac:spMk id="151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47.137" v="15"/>
          <ac:spMkLst>
            <pc:docMk/>
            <pc:sldMk cId="109857222" sldId="256"/>
            <ac:spMk id="152" creationId="{E4398140-F067-40E9-892C-4DB04C70BC55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47.137" v="15"/>
          <ac:spMkLst>
            <pc:docMk/>
            <pc:sldMk cId="109857222" sldId="256"/>
            <ac:spMk id="154" creationId="{7021D92D-08FF-45A6-9109-AC9462C7E8E3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4.762" v="17"/>
          <ac:spMkLst>
            <pc:docMk/>
            <pc:sldMk cId="109857222" sldId="256"/>
            <ac:spMk id="156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4.762" v="17"/>
          <ac:spMkLst>
            <pc:docMk/>
            <pc:sldMk cId="109857222" sldId="256"/>
            <ac:spMk id="157" creationId="{9FBB9AF1-CE92-475C-A47B-5FC32922B3E9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4.762" v="17"/>
          <ac:spMkLst>
            <pc:docMk/>
            <pc:sldMk cId="109857222" sldId="256"/>
            <ac:spMk id="159" creationId="{7021D92D-08FF-45A6-9109-AC9462C7E8E3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6.402" v="19"/>
          <ac:spMkLst>
            <pc:docMk/>
            <pc:sldMk cId="109857222" sldId="256"/>
            <ac:spMk id="161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6.402" v="19"/>
          <ac:spMkLst>
            <pc:docMk/>
            <pc:sldMk cId="109857222" sldId="256"/>
            <ac:spMk id="162" creationId="{2B76CDF1-6A1E-445E-91B6-686D6C9178FF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3:56.402" v="19"/>
          <ac:spMkLst>
            <pc:docMk/>
            <pc:sldMk cId="109857222" sldId="256"/>
            <ac:spMk id="164" creationId="{7021D92D-08FF-45A6-9109-AC9462C7E8E3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166" creationId="{55B419A7-F817-4767-8CCB-FB0E189C4ACD}"/>
          </ac:spMkLst>
        </pc:spChg>
        <pc:spChg chg="add del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167" creationId="{ADA271CD-3011-4A05-B4A3-80F1794684F2}"/>
          </ac:spMkLst>
        </pc:spChg>
        <pc:spChg chg="add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172" creationId="{55B419A7-F817-4767-8CCB-FB0E189C4ACD}"/>
          </ac:spMkLst>
        </pc:spChg>
        <pc:spChg chg="add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174" creationId="{AAD3D935-ECFC-4862-B395-207C13BAC3B7}"/>
          </ac:spMkLst>
        </pc:spChg>
        <pc:spChg chg="add">
          <ac:chgData name="Tim Rosulnik" userId="S::tim.rosulnik@sg.sckr.si::72617c08-ae52-413b-a896-3a30ab572709" providerId="AD" clId="Web-{33EDF0C1-A60B-E4A4-2FB6-C04460BB2426}" dt="2024-04-23T11:46:09.670" v="23"/>
          <ac:spMkLst>
            <pc:docMk/>
            <pc:sldMk cId="109857222" sldId="256"/>
            <ac:spMk id="178" creationId="{ADA271CD-3011-4A05-B4A3-80F1794684F2}"/>
          </ac:spMkLst>
        </pc:spChg>
        <pc:picChg chg="del mod ord">
          <ac:chgData name="Tim Rosulnik" userId="S::tim.rosulnik@sg.sckr.si::72617c08-ae52-413b-a896-3a30ab572709" providerId="AD" clId="Web-{33EDF0C1-A60B-E4A4-2FB6-C04460BB2426}" dt="2024-04-23T11:46:01.420" v="21"/>
          <ac:picMkLst>
            <pc:docMk/>
            <pc:sldMk cId="109857222" sldId="256"/>
            <ac:picMk id="5" creationId="{5CC80C5C-E7A8-43C0-7E65-AEC560D712E0}"/>
          </ac:picMkLst>
        </pc:picChg>
        <pc:picChg chg="add mod">
          <ac:chgData name="Tim Rosulnik" userId="S::tim.rosulnik@sg.sckr.si::72617c08-ae52-413b-a896-3a30ab572709" providerId="AD" clId="Web-{33EDF0C1-A60B-E4A4-2FB6-C04460BB2426}" dt="2024-04-23T11:46:09.670" v="23"/>
          <ac:picMkLst>
            <pc:docMk/>
            <pc:sldMk cId="109857222" sldId="256"/>
            <ac:picMk id="6" creationId="{FC7E3036-535E-4D4C-A3D7-48AA2EBA3FA7}"/>
          </ac:picMkLst>
        </pc:picChg>
        <pc:cxnChg chg="add del">
          <ac:chgData name="Tim Rosulnik" userId="S::tim.rosulnik@sg.sckr.si::72617c08-ae52-413b-a896-3a30ab572709" providerId="AD" clId="Web-{33EDF0C1-A60B-E4A4-2FB6-C04460BB2426}" dt="2024-04-23T11:43:38.027" v="11"/>
          <ac:cxnSpMkLst>
            <pc:docMk/>
            <pc:sldMk cId="109857222" sldId="256"/>
            <ac:cxnSpMk id="143" creationId="{D81E42A3-743C-4C15-9DA8-93AA9AEBFB17}"/>
          </ac:cxnSpMkLst>
        </pc:cxnChg>
        <pc:cxnChg chg="add del">
          <ac:chgData name="Tim Rosulnik" userId="S::tim.rosulnik@sg.sckr.si::72617c08-ae52-413b-a896-3a30ab572709" providerId="AD" clId="Web-{33EDF0C1-A60B-E4A4-2FB6-C04460BB2426}" dt="2024-04-23T11:43:41.199" v="13"/>
          <ac:cxnSpMkLst>
            <pc:docMk/>
            <pc:sldMk cId="109857222" sldId="256"/>
            <ac:cxnSpMk id="148" creationId="{D81E42A3-743C-4C15-9DA8-93AA9AEBFB17}"/>
          </ac:cxnSpMkLst>
        </pc:cxnChg>
        <pc:cxnChg chg="add del">
          <ac:chgData name="Tim Rosulnik" userId="S::tim.rosulnik@sg.sckr.si::72617c08-ae52-413b-a896-3a30ab572709" providerId="AD" clId="Web-{33EDF0C1-A60B-E4A4-2FB6-C04460BB2426}" dt="2024-04-23T11:43:47.137" v="15"/>
          <ac:cxnSpMkLst>
            <pc:docMk/>
            <pc:sldMk cId="109857222" sldId="256"/>
            <ac:cxnSpMk id="153" creationId="{17726E8A-324C-4684-96F2-AFDDFB2F1441}"/>
          </ac:cxnSpMkLst>
        </pc:cxnChg>
        <pc:cxnChg chg="add del">
          <ac:chgData name="Tim Rosulnik" userId="S::tim.rosulnik@sg.sckr.si::72617c08-ae52-413b-a896-3a30ab572709" providerId="AD" clId="Web-{33EDF0C1-A60B-E4A4-2FB6-C04460BB2426}" dt="2024-04-23T11:43:54.762" v="17"/>
          <ac:cxnSpMkLst>
            <pc:docMk/>
            <pc:sldMk cId="109857222" sldId="256"/>
            <ac:cxnSpMk id="158" creationId="{D81E42A3-743C-4C15-9DA8-93AA9AEBFB17}"/>
          </ac:cxnSpMkLst>
        </pc:cxnChg>
        <pc:cxnChg chg="add del">
          <ac:chgData name="Tim Rosulnik" userId="S::tim.rosulnik@sg.sckr.si::72617c08-ae52-413b-a896-3a30ab572709" providerId="AD" clId="Web-{33EDF0C1-A60B-E4A4-2FB6-C04460BB2426}" dt="2024-04-23T11:43:56.402" v="19"/>
          <ac:cxnSpMkLst>
            <pc:docMk/>
            <pc:sldMk cId="109857222" sldId="256"/>
            <ac:cxnSpMk id="163" creationId="{17726E8A-324C-4684-96F2-AFDDFB2F1441}"/>
          </ac:cxnSpMkLst>
        </pc:cxnChg>
        <pc:cxnChg chg="add">
          <ac:chgData name="Tim Rosulnik" userId="S::tim.rosulnik@sg.sckr.si::72617c08-ae52-413b-a896-3a30ab572709" providerId="AD" clId="Web-{33EDF0C1-A60B-E4A4-2FB6-C04460BB2426}" dt="2024-04-23T11:46:09.670" v="23"/>
          <ac:cxnSpMkLst>
            <pc:docMk/>
            <pc:sldMk cId="109857222" sldId="256"/>
            <ac:cxnSpMk id="176" creationId="{E3B95BE3-D5B2-4F38-9A01-17866C9FBA6E}"/>
          </ac:cxnSpMkLst>
        </pc:cxnChg>
      </pc:sldChg>
      <pc:sldChg chg="new">
        <pc:chgData name="Tim Rosulnik" userId="S::tim.rosulnik@sg.sckr.si::72617c08-ae52-413b-a896-3a30ab572709" providerId="AD" clId="Web-{33EDF0C1-A60B-E4A4-2FB6-C04460BB2426}" dt="2024-04-23T11:42:49.620" v="5"/>
        <pc:sldMkLst>
          <pc:docMk/>
          <pc:sldMk cId="2421849048" sldId="257"/>
        </pc:sldMkLst>
      </pc:sldChg>
    </pc:docChg>
  </pc:docChgLst>
  <pc:docChgLst>
    <pc:chgData name="Tim Rosulnik" userId="S::tim.rosulnik@sg.sckr.si::72617c08-ae52-413b-a896-3a30ab572709" providerId="AD" clId="Web-{34B0A359-8989-3D16-57CD-FDE343E170FC}"/>
    <pc:docChg chg="modSld addMainMaster delMainMaster">
      <pc:chgData name="Tim Rosulnik" userId="S::tim.rosulnik@sg.sckr.si::72617c08-ae52-413b-a896-3a30ab572709" providerId="AD" clId="Web-{34B0A359-8989-3D16-57CD-FDE343E170FC}" dt="2024-04-23T11:40:22.136" v="15"/>
      <pc:docMkLst>
        <pc:docMk/>
      </pc:docMkLst>
      <pc:sldChg chg="addSp delSp modSp mod setBg modClrScheme chgLayout">
        <pc:chgData name="Tim Rosulnik" userId="S::tim.rosulnik@sg.sckr.si::72617c08-ae52-413b-a896-3a30ab572709" providerId="AD" clId="Web-{34B0A359-8989-3D16-57CD-FDE343E170FC}" dt="2024-04-23T11:40:22.136" v="15"/>
        <pc:sldMkLst>
          <pc:docMk/>
          <pc:sldMk cId="109857222" sldId="256"/>
        </pc:sldMkLst>
        <pc:spChg chg="mod">
          <ac:chgData name="Tim Rosulnik" userId="S::tim.rosulnik@sg.sckr.si::72617c08-ae52-413b-a896-3a30ab572709" providerId="AD" clId="Web-{34B0A359-8989-3D16-57CD-FDE343E170FC}" dt="2024-04-23T11:40:22.136" v="15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Tim Rosulnik" userId="S::tim.rosulnik@sg.sckr.si::72617c08-ae52-413b-a896-3a30ab572709" providerId="AD" clId="Web-{34B0A359-8989-3D16-57CD-FDE343E170FC}" dt="2024-04-23T11:40:22.136" v="15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Tim Rosulnik" userId="S::tim.rosulnik@sg.sckr.si::72617c08-ae52-413b-a896-3a30ab572709" providerId="AD" clId="Web-{34B0A359-8989-3D16-57CD-FDE343E170FC}" dt="2024-04-23T11:39:24.775" v="6"/>
          <ac:spMkLst>
            <pc:docMk/>
            <pc:sldMk cId="109857222" sldId="256"/>
            <ac:spMk id="10" creationId="{0DC895F7-4E59-40FB-87DD-ACE47F94C143}"/>
          </ac:spMkLst>
        </pc:spChg>
        <pc:spChg chg="add del">
          <ac:chgData name="Tim Rosulnik" userId="S::tim.rosulnik@sg.sckr.si::72617c08-ae52-413b-a896-3a30ab572709" providerId="AD" clId="Web-{34B0A359-8989-3D16-57CD-FDE343E170FC}" dt="2024-04-23T11:39:33.510" v="10"/>
          <ac:spMkLst>
            <pc:docMk/>
            <pc:sldMk cId="109857222" sldId="256"/>
            <ac:spMk id="22" creationId="{C727912B-C157-4CDB-8486-00E702D36C1C}"/>
          </ac:spMkLst>
        </pc:spChg>
        <pc:spChg chg="add del">
          <ac:chgData name="Tim Rosulnik" userId="S::tim.rosulnik@sg.sckr.si::72617c08-ae52-413b-a896-3a30ab572709" providerId="AD" clId="Web-{34B0A359-8989-3D16-57CD-FDE343E170FC}" dt="2024-04-23T11:39:44.463" v="12"/>
          <ac:spMkLst>
            <pc:docMk/>
            <pc:sldMk cId="109857222" sldId="256"/>
            <ac:spMk id="96" creationId="{F4A20210-FA90-4B6D-8D2E-1B90054E097A}"/>
          </ac:spMkLst>
        </pc:spChg>
        <pc:spChg chg="add del">
          <ac:chgData name="Tim Rosulnik" userId="S::tim.rosulnik@sg.sckr.si::72617c08-ae52-413b-a896-3a30ab572709" providerId="AD" clId="Web-{34B0A359-8989-3D16-57CD-FDE343E170FC}" dt="2024-04-23T11:39:44.463" v="12"/>
          <ac:spMkLst>
            <pc:docMk/>
            <pc:sldMk cId="109857222" sldId="256"/>
            <ac:spMk id="97" creationId="{39213B44-68B7-47E7-B506-5C79FCF80924}"/>
          </ac:spMkLst>
        </pc:spChg>
        <pc:spChg chg="add del">
          <ac:chgData name="Tim Rosulnik" userId="S::tim.rosulnik@sg.sckr.si::72617c08-ae52-413b-a896-3a30ab572709" providerId="AD" clId="Web-{34B0A359-8989-3D16-57CD-FDE343E170FC}" dt="2024-04-23T11:40:22.105" v="14"/>
          <ac:spMkLst>
            <pc:docMk/>
            <pc:sldMk cId="109857222" sldId="256"/>
            <ac:spMk id="130" creationId="{0DC895F7-4E59-40FB-87DD-ACE47F94C143}"/>
          </ac:spMkLst>
        </pc:spChg>
        <pc:spChg chg="add">
          <ac:chgData name="Tim Rosulnik" userId="S::tim.rosulnik@sg.sckr.si::72617c08-ae52-413b-a896-3a30ab572709" providerId="AD" clId="Web-{34B0A359-8989-3D16-57CD-FDE343E170FC}" dt="2024-04-23T11:40:22.136" v="15"/>
          <ac:spMkLst>
            <pc:docMk/>
            <pc:sldMk cId="109857222" sldId="256"/>
            <ac:spMk id="133" creationId="{55B419A7-F817-4767-8CCB-FB0E189C4ACD}"/>
          </ac:spMkLst>
        </pc:spChg>
        <pc:spChg chg="add">
          <ac:chgData name="Tim Rosulnik" userId="S::tim.rosulnik@sg.sckr.si::72617c08-ae52-413b-a896-3a30ab572709" providerId="AD" clId="Web-{34B0A359-8989-3D16-57CD-FDE343E170FC}" dt="2024-04-23T11:40:22.136" v="15"/>
          <ac:spMkLst>
            <pc:docMk/>
            <pc:sldMk cId="109857222" sldId="256"/>
            <ac:spMk id="134" creationId="{ADA271CD-3011-4A05-B4A3-80F1794684F2}"/>
          </ac:spMkLst>
        </pc:spChg>
        <pc:grpChg chg="add del">
          <ac:chgData name="Tim Rosulnik" userId="S::tim.rosulnik@sg.sckr.si::72617c08-ae52-413b-a896-3a30ab572709" providerId="AD" clId="Web-{34B0A359-8989-3D16-57CD-FDE343E170FC}" dt="2024-04-23T11:39:44.463" v="12"/>
          <ac:grpSpMkLst>
            <pc:docMk/>
            <pc:sldMk cId="109857222" sldId="256"/>
            <ac:grpSpMk id="98" creationId="{39084D60-65A6-45F8-8C17-3529E43F1C39}"/>
          </ac:grpSpMkLst>
        </pc:grpChg>
        <pc:picChg chg="add del mod">
          <ac:chgData name="Tim Rosulnik" userId="S::tim.rosulnik@sg.sckr.si::72617c08-ae52-413b-a896-3a30ab572709" providerId="AD" clId="Web-{34B0A359-8989-3D16-57CD-FDE343E170FC}" dt="2024-04-23T11:38:53.243" v="3"/>
          <ac:picMkLst>
            <pc:docMk/>
            <pc:sldMk cId="109857222" sldId="256"/>
            <ac:picMk id="4" creationId="{63CD5B89-FF90-513B-2320-645CFD215963}"/>
          </ac:picMkLst>
        </pc:picChg>
        <pc:picChg chg="add mod ord">
          <ac:chgData name="Tim Rosulnik" userId="S::tim.rosulnik@sg.sckr.si::72617c08-ae52-413b-a896-3a30ab572709" providerId="AD" clId="Web-{34B0A359-8989-3D16-57CD-FDE343E170FC}" dt="2024-04-23T11:40:22.136" v="15"/>
          <ac:picMkLst>
            <pc:docMk/>
            <pc:sldMk cId="109857222" sldId="256"/>
            <ac:picMk id="5" creationId="{5CC80C5C-E7A8-43C0-7E65-AEC560D712E0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39:24.775" v="6"/>
          <ac:picMkLst>
            <pc:docMk/>
            <pc:sldMk cId="109857222" sldId="256"/>
            <ac:picMk id="12" creationId="{1A4C720E-710D-44F8-A8D7-2BAA61E1814B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39:29.354" v="8"/>
          <ac:picMkLst>
            <pc:docMk/>
            <pc:sldMk cId="109857222" sldId="256"/>
            <ac:picMk id="14" creationId="{F7057E50-1D91-4453-BBA0-DD604B5CDAE4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39:33.510" v="10"/>
          <ac:picMkLst>
            <pc:docMk/>
            <pc:sldMk cId="109857222" sldId="256"/>
            <ac:picMk id="16" creationId="{8EC1A43B-D167-4E96-B7AD-61D3D9225CBB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39:33.510" v="10"/>
          <ac:picMkLst>
            <pc:docMk/>
            <pc:sldMk cId="109857222" sldId="256"/>
            <ac:picMk id="18" creationId="{86623E07-B4B3-43D5-AB6E-5FD9A1C11D35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39:44.463" v="12"/>
          <ac:picMkLst>
            <pc:docMk/>
            <pc:sldMk cId="109857222" sldId="256"/>
            <ac:picMk id="95" creationId="{545F67A4-7428-47F3-AE14-8CA43D976E11}"/>
          </ac:picMkLst>
        </pc:picChg>
        <pc:picChg chg="add del">
          <ac:chgData name="Tim Rosulnik" userId="S::tim.rosulnik@sg.sckr.si::72617c08-ae52-413b-a896-3a30ab572709" providerId="AD" clId="Web-{34B0A359-8989-3D16-57CD-FDE343E170FC}" dt="2024-04-23T11:40:22.105" v="14"/>
          <ac:picMkLst>
            <pc:docMk/>
            <pc:sldMk cId="109857222" sldId="256"/>
            <ac:picMk id="131" creationId="{1A4C720E-710D-44F8-A8D7-2BAA61E1814B}"/>
          </ac:picMkLst>
        </pc:picChg>
      </pc:sldChg>
      <pc:sldMasterChg chg="del delSldLayout">
        <pc:chgData name="Tim Rosulnik" userId="S::tim.rosulnik@sg.sckr.si::72617c08-ae52-413b-a896-3a30ab572709" providerId="AD" clId="Web-{34B0A359-8989-3D16-57CD-FDE343E170FC}" dt="2024-04-23T11:40:22.136" v="15"/>
        <pc:sldMasterMkLst>
          <pc:docMk/>
          <pc:sldMasterMk cId="2483556589" sldId="2147483724"/>
        </pc:sldMasterMkLst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1215839445" sldId="2147483725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3364819629" sldId="2147483726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4122109916" sldId="2147483727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749789380" sldId="2147483728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3228911431" sldId="2147483729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2586737938" sldId="2147483730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3565637465" sldId="2147483731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4102248196" sldId="2147483732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3949509542" sldId="2147483733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559021747" sldId="2147483734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538694172" sldId="2147483735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1097498340" sldId="2147483736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3796542715" sldId="2147483737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2856643703" sldId="2147483738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1558117058" sldId="2147483739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118170840" sldId="2147483740"/>
          </pc:sldLayoutMkLst>
        </pc:sldLayoutChg>
        <pc:sldLayoutChg chg="del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2483556589" sldId="2147483724"/>
            <pc:sldLayoutMk cId="2564482694" sldId="2147483741"/>
          </pc:sldLayoutMkLst>
        </pc:sldLayoutChg>
      </pc:sldMasterChg>
      <pc:sldMasterChg chg="add addSldLayout">
        <pc:chgData name="Tim Rosulnik" userId="S::tim.rosulnik@sg.sckr.si::72617c08-ae52-413b-a896-3a30ab572709" providerId="AD" clId="Web-{34B0A359-8989-3D16-57CD-FDE343E170FC}" dt="2024-04-23T11:40:22.136" v="15"/>
        <pc:sldMasterMkLst>
          <pc:docMk/>
          <pc:sldMasterMk cId="3032204714" sldId="2147483749"/>
        </pc:sldMasterMkLst>
        <pc:sldLayoutChg chg="add">
          <pc:chgData name="Tim Rosulnik" userId="S::tim.rosulnik@sg.sckr.si::72617c08-ae52-413b-a896-3a30ab572709" providerId="AD" clId="Web-{34B0A359-8989-3D16-57CD-FDE343E170FC}" dt="2024-04-23T11:40:22.136" v="15"/>
          <pc:sldLayoutMkLst>
            <pc:docMk/>
            <pc:sldMasterMk cId="3032204714" sldId="2147483749"/>
            <pc:sldLayoutMk cId="889949119" sldId="214748374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49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04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0" name="Rectangle 18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991" y="893935"/>
            <a:ext cx="5364937" cy="3339390"/>
          </a:xfrm>
        </p:spPr>
        <p:txBody>
          <a:bodyPr anchor="ctr">
            <a:normAutofit/>
          </a:bodyPr>
          <a:lstStyle/>
          <a:p>
            <a:r>
              <a:rPr lang="sl-SI" sz="5600" cap="all">
                <a:ea typeface="+mj-lt"/>
                <a:cs typeface="+mj-lt"/>
              </a:rPr>
              <a:t>Mobilni odjemalec storitve eAsistent</a:t>
            </a:r>
            <a:endParaRPr lang="sl-SI" sz="5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8992" y="4876803"/>
            <a:ext cx="5364936" cy="909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Tim Rosulnik, 4. Ga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13AD65D1-B021-4B05-9F8F-4D82BD3BD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76934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blue circle with white letters&#10;&#10;Description automatically generated">
            <a:extLst>
              <a:ext uri="{FF2B5EF4-FFF2-40B4-BE49-F238E27FC236}">
                <a16:creationId xmlns:a16="http://schemas.microsoft.com/office/drawing/2014/main" id="{FC7E3036-535E-4D4C-A3D7-48AA2EBA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271" y="1683094"/>
            <a:ext cx="3491811" cy="3491811"/>
          </a:xfrm>
          <a:prstGeom prst="rect">
            <a:avLst/>
          </a:prstGeom>
        </p:spPr>
      </p:pic>
      <p:sp>
        <p:nvSpPr>
          <p:cNvPr id="189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 i="1" kern="1200" spc="100" baseline="0">
                <a:latin typeface="+mj-lt"/>
                <a:ea typeface="+mj-ea"/>
                <a:cs typeface="+mj-cs"/>
              </a:rPr>
              <a:t>Vsebina</a:t>
            </a:r>
            <a:endParaRPr lang="sl-SI" sz="6000" i="1" kern="1200" spc="100" baseline="0"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uporabljene tehnologije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struktura programa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vmesnik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testiranje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nadaljnji razvoj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2000"/>
              <a:t>vprašanja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endParaRPr lang="sl-SI" sz="20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6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sl-SI"/>
              <a:t>Uporabljene tehnologije</a:t>
            </a:r>
            <a:endParaRPr lang="sl-SI" i="1" kern="1200" spc="100" baseline="0">
              <a:latin typeface="+mj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4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Android</a:t>
            </a:r>
            <a:endParaRPr lang="sl-SI" sz="6000" i="1" kern="1200" spc="100" baseline="0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operacijski sistem</a:t>
            </a:r>
            <a:endParaRPr lang="en-US"/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Linux jedro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odprtokoden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sprva za fotoaparate</a:t>
            </a:r>
          </a:p>
          <a:p>
            <a:pPr marL="182880" indent="-342900">
              <a:buChar char="•"/>
            </a:pPr>
            <a:r>
              <a:rPr lang="sl-SI" sz="1700"/>
              <a:t>danes na 70% pametnih telefonov</a:t>
            </a:r>
          </a:p>
          <a:p>
            <a:pPr marL="182880" indent="-342900">
              <a:buChar char="•"/>
            </a:pPr>
            <a:endParaRPr lang="sl-SI" sz="1700"/>
          </a:p>
          <a:p>
            <a:pPr marL="182880" indent="-342900">
              <a:buChar char="•"/>
            </a:pPr>
            <a:endParaRPr lang="sl-SI" sz="17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9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Android Studio</a:t>
            </a:r>
            <a:endParaRPr lang="sl-SI" sz="6000" i="1" kern="1200" spc="100" baseline="0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razvojno orodje</a:t>
            </a:r>
            <a:endParaRPr lang="en-US"/>
          </a:p>
          <a:p>
            <a:pPr marL="182880" indent="-342900">
              <a:buChar char="•"/>
            </a:pPr>
            <a:r>
              <a:rPr lang="sl-SI" sz="1700"/>
              <a:t>razvil JetBrains</a:t>
            </a:r>
          </a:p>
          <a:p>
            <a:pPr marL="182880" indent="-342900">
              <a:buChar char="•"/>
            </a:pPr>
            <a:r>
              <a:rPr lang="sl-SI" sz="1700"/>
              <a:t>odprtokoden</a:t>
            </a:r>
          </a:p>
          <a:p>
            <a:pPr marL="182880" indent="-342900">
              <a:buChar char="•"/>
            </a:pPr>
            <a:r>
              <a:rPr lang="sl-SI" sz="1700"/>
              <a:t>namenjeno razvoju aplikacij za Android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7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XML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 err="1"/>
              <a:t>konfiguracijski</a:t>
            </a:r>
            <a:r>
              <a:rPr lang="sl-SI" sz="1700"/>
              <a:t> format</a:t>
            </a:r>
          </a:p>
          <a:p>
            <a:pPr marL="182880" indent="-342900">
              <a:buChar char="•"/>
            </a:pPr>
            <a:r>
              <a:rPr lang="sl-SI" sz="1700"/>
              <a:t>v aplikaciji definira:</a:t>
            </a:r>
          </a:p>
          <a:p>
            <a:pPr marL="640080" lvl="1" indent="-342900" algn="l">
              <a:buFont typeface="Courier New" panose="020B0604020202020204" pitchFamily="34" charset="0"/>
              <a:buChar char="o"/>
            </a:pPr>
            <a:r>
              <a:rPr lang="sl-SI" sz="1500" i="0"/>
              <a:t>postavitev elementov</a:t>
            </a:r>
          </a:p>
          <a:p>
            <a:pPr marL="640080" lvl="1" indent="-342900" algn="l">
              <a:buFont typeface="Courier New" panose="020B0604020202020204" pitchFamily="34" charset="0"/>
              <a:buChar char="o"/>
            </a:pPr>
            <a:r>
              <a:rPr lang="sl-SI" sz="1500" i="0"/>
              <a:t>statično besedilo</a:t>
            </a:r>
          </a:p>
          <a:p>
            <a:pPr marL="640080" lvl="1" indent="-342900" algn="l">
              <a:buFont typeface="Courier New" panose="020B0604020202020204" pitchFamily="34" charset="0"/>
              <a:buChar char="o"/>
            </a:pPr>
            <a:r>
              <a:rPr lang="sl-SI" sz="1500" i="0"/>
              <a:t>barve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dostop prek razreda R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JSON</a:t>
            </a:r>
            <a:endParaRPr lang="sl-SI" sz="6000" i="1" kern="1200" spc="100" baseline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format za shranjevanje in prenos podatkov</a:t>
            </a:r>
            <a:endParaRPr lang="en-US"/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človeku berljiv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priljubljena izbira za aplikacijske vmesnike</a:t>
            </a:r>
          </a:p>
          <a:p>
            <a:pPr marL="182880" indent="-342900">
              <a:buChar char="•"/>
            </a:pPr>
            <a:r>
              <a:rPr lang="sl-SI" sz="1700"/>
              <a:t>podpira logične vrednosti, nize, števila, sezname, idr.</a:t>
            </a:r>
          </a:p>
          <a:p>
            <a:pPr marL="182880" indent="-342900">
              <a:buChar char="•"/>
            </a:pPr>
            <a:endParaRPr lang="sl-SI" sz="17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 err="1"/>
              <a:t>Gradle</a:t>
            </a:r>
            <a:endParaRPr lang="sl-SI" sz="6000" i="1" kern="1200" spc="100" baseline="0" err="1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orodje za avtomatizacijo gradnje, testiranja in namestitve programa</a:t>
            </a:r>
            <a:endParaRPr lang="en-US"/>
          </a:p>
          <a:p>
            <a:pPr marL="182880" indent="-342900">
              <a:buChar char="•"/>
            </a:pPr>
            <a:r>
              <a:rPr lang="sl-SI" sz="1700"/>
              <a:t>integriran v Android studio</a:t>
            </a:r>
          </a:p>
          <a:p>
            <a:pPr marL="182880" indent="-342900">
              <a:buChar char="•"/>
            </a:pPr>
            <a:r>
              <a:rPr lang="sl-SI" sz="1700"/>
              <a:t>alternativa orodju </a:t>
            </a:r>
            <a:r>
              <a:rPr lang="sl-SI" sz="1700" err="1"/>
              <a:t>Maven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8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 err="1"/>
              <a:t>Git</a:t>
            </a:r>
            <a:endParaRPr lang="sl-SI" sz="6000" i="1" kern="1200" spc="100" baseline="0" err="1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sistem za nadzor inačic</a:t>
            </a:r>
            <a:endParaRPr lang="en-US"/>
          </a:p>
          <a:p>
            <a:pPr marL="182880" indent="-342900">
              <a:buChar char="•"/>
            </a:pPr>
            <a:r>
              <a:rPr lang="sl-SI" sz="1700"/>
              <a:t>najbolj podprt na trgu</a:t>
            </a:r>
          </a:p>
          <a:p>
            <a:pPr marL="182880" indent="-342900">
              <a:buChar char="•"/>
            </a:pPr>
            <a:r>
              <a:rPr lang="sl-SI" sz="1700"/>
              <a:t>projekt </a:t>
            </a:r>
            <a:r>
              <a:rPr lang="sl-SI" sz="1700" err="1"/>
              <a:t>Linusa</a:t>
            </a:r>
            <a:r>
              <a:rPr lang="sl-SI" sz="1700"/>
              <a:t> </a:t>
            </a:r>
            <a:r>
              <a:rPr lang="sl-SI" sz="1700" err="1"/>
              <a:t>Torvaldsa</a:t>
            </a:r>
            <a:endParaRPr lang="sl-SI" sz="1700"/>
          </a:p>
          <a:p>
            <a:pPr marL="182880" indent="-342900">
              <a:buChar char="•"/>
            </a:pPr>
            <a:r>
              <a:rPr lang="sl-SI" sz="1700"/>
              <a:t>odprtokoden</a:t>
            </a:r>
          </a:p>
          <a:p>
            <a:pPr marL="182880" indent="-342900">
              <a:buChar char="•"/>
            </a:pPr>
            <a:r>
              <a:rPr lang="sl-SI" sz="1700"/>
              <a:t>učinkovit</a:t>
            </a:r>
          </a:p>
          <a:p>
            <a:pPr marL="182880" indent="-342900">
              <a:buChar char="•"/>
            </a:pPr>
            <a:r>
              <a:rPr lang="sl-SI" sz="1700"/>
              <a:t>razširljiv</a:t>
            </a:r>
          </a:p>
          <a:p>
            <a:pPr marL="182880" indent="-342900">
              <a:buChar char="•"/>
            </a:pPr>
            <a:endParaRPr lang="sl-SI" sz="1700"/>
          </a:p>
          <a:p>
            <a:pPr marL="182880" indent="-342900">
              <a:buChar char="•"/>
            </a:pPr>
            <a:endParaRPr lang="sl-SI" sz="17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85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 err="1"/>
              <a:t>Retrofit</a:t>
            </a:r>
            <a:endParaRPr lang="sl-SI" sz="6000" i="1" kern="1200" spc="100" baseline="0" err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sz="1700"/>
              <a:t>HTTP odjemalec</a:t>
            </a:r>
          </a:p>
          <a:p>
            <a:pPr marL="182880" indent="-342900">
              <a:buChar char="•"/>
            </a:pPr>
            <a:r>
              <a:rPr lang="sl-SI" sz="1700"/>
              <a:t>zelo razširljiv</a:t>
            </a:r>
          </a:p>
          <a:p>
            <a:pPr marL="182880" indent="-342900">
              <a:buChar char="•"/>
            </a:pPr>
            <a:r>
              <a:rPr lang="sl-SI" sz="1700"/>
              <a:t>podpira JSON in XML serializacijo</a:t>
            </a:r>
          </a:p>
          <a:p>
            <a:pPr marL="182880" indent="-342900">
              <a:buChar char="•"/>
            </a:pPr>
            <a:r>
              <a:rPr lang="sl-SI" sz="1700"/>
              <a:t>preprost za uporabo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5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sl-SI"/>
              <a:t>Struktura programa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81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8AF61B-54F8-715D-1D8D-3B4530AE24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0828E5B-9EDE-4D1D-8C59-333EDC952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1840754"/>
            <a:ext cx="12188952" cy="501724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3513151"/>
            <a:ext cx="8714346" cy="13340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l-SI" sz="6000">
                <a:solidFill>
                  <a:srgbClr val="FFFFFF"/>
                </a:solidFill>
              </a:rPr>
              <a:t>eA aplikacijski vmesnik</a:t>
            </a:r>
            <a:endParaRPr lang="sl-SI" sz="6000" i="1" kern="1200" spc="100" baseline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162507"/>
            <a:ext cx="8714346" cy="771097"/>
          </a:xfrm>
        </p:spPr>
        <p:txBody>
          <a:bodyPr vert="horz" lIns="91440" tIns="45720" rIns="91440" bIns="45720" rtlCol="0">
            <a:norm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2000">
                <a:solidFill>
                  <a:srgbClr val="FFFFFF"/>
                </a:solidFill>
                <a:highlight>
                  <a:srgbClr val="000000"/>
                </a:highlight>
              </a:rPr>
              <a:t>JSON format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2000">
                <a:solidFill>
                  <a:srgbClr val="FFFFFF"/>
                </a:solidFill>
                <a:highlight>
                  <a:srgbClr val="000000"/>
                </a:highlight>
              </a:rPr>
              <a:t>avtentikacija z JWT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6E7048-86CF-445D-8846-414F144FD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75209" y="5016207"/>
            <a:ext cx="861812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07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4D4A8D6-043B-3637-A152-BD74139D59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B76CDF1-6A1E-445E-91B6-686D6C91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60126" y="-1373875"/>
            <a:ext cx="6858000" cy="960574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0624" y="1143000"/>
            <a:ext cx="5303520" cy="29847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l-SI" sz="6000">
                <a:solidFill>
                  <a:srgbClr val="FFFFFF"/>
                </a:solidFill>
              </a:rPr>
              <a:t>eA aplikacijski vmesnik</a:t>
            </a:r>
            <a:endParaRPr lang="sl-SI" sz="6000" i="1" kern="1200" spc="100" baseline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0624" y="4452109"/>
            <a:ext cx="5259376" cy="1318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dirty="0">
                <a:highlight>
                  <a:srgbClr val="000000"/>
                </a:highlight>
              </a:rPr>
              <a:t>Uradni spletni vmesnik prikaže le zadnjo oceno.</a:t>
            </a:r>
          </a:p>
          <a:p>
            <a:pPr marL="182880" indent="-342900">
              <a:buFont typeface="Arial" panose="020B0604020202020204" pitchFamily="34" charset="0"/>
              <a:buChar char="•"/>
            </a:pPr>
            <a:r>
              <a:rPr lang="sl-SI" dirty="0">
                <a:highlight>
                  <a:srgbClr val="000000"/>
                </a:highlight>
              </a:rPr>
              <a:t>v odzivu </a:t>
            </a:r>
            <a:r>
              <a:rPr lang="sl-SI" dirty="0" err="1">
                <a:highlight>
                  <a:srgbClr val="000000"/>
                </a:highlight>
              </a:rPr>
              <a:t>apl</a:t>
            </a:r>
            <a:r>
              <a:rPr lang="sl-SI" dirty="0">
                <a:highlight>
                  <a:srgbClr val="000000"/>
                </a:highlight>
              </a:rPr>
              <a:t>. vmesnika več podatkov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726E8A-324C-4684-96F2-AFDDFB2F1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8864" y="4291242"/>
            <a:ext cx="52120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0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background with white ovals and black text&#10;&#10;Description automatically generated">
            <a:extLst>
              <a:ext uri="{FF2B5EF4-FFF2-40B4-BE49-F238E27FC236}">
                <a16:creationId xmlns:a16="http://schemas.microsoft.com/office/drawing/2014/main" id="{C4D4A8D6-043B-3637-A152-BD74139D59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335661" y="313345"/>
            <a:ext cx="4826473" cy="608888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2B76CDF1-6A1E-445E-91B6-686D6C91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60126" y="-1373875"/>
            <a:ext cx="6858000" cy="960574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0624" y="1143000"/>
            <a:ext cx="5303520" cy="29847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l-SI" sz="6000">
                <a:solidFill>
                  <a:srgbClr val="FFFFFF"/>
                </a:solidFill>
              </a:rPr>
              <a:t>Osnovna struktura</a:t>
            </a:r>
            <a:endParaRPr lang="sl-SI" sz="6000" i="1" kern="1200" spc="100" baseline="0">
              <a:solidFill>
                <a:srgbClr val="FFFFFF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726E8A-324C-4684-96F2-AFDDFB2F1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38864" y="4291242"/>
            <a:ext cx="52120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3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sl-SI"/>
              <a:t>Potek prikaza ocen</a:t>
            </a:r>
            <a:endParaRPr lang="sl-SI" i="1" kern="1200" spc="100" baseline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3620" y="4164697"/>
            <a:ext cx="7604761" cy="1357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 err="1"/>
              <a:t>avtentikacija</a:t>
            </a:r>
          </a:p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/>
              <a:t>prevzem ocen</a:t>
            </a:r>
          </a:p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/>
              <a:t>dodajanje "kart" na fragment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8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9743" y="1144706"/>
            <a:ext cx="3464109" cy="12768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l-SI" sz="4600"/>
              <a:t>Avtentikacija</a:t>
            </a:r>
            <a:endParaRPr lang="sl-SI" sz="4600" i="1" kern="1200" spc="100" baseline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3313" y="3122974"/>
            <a:ext cx="4107417" cy="1403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 dirty="0"/>
              <a:t>pridobitev spletnega okvirja "set-</a:t>
            </a:r>
            <a:r>
              <a:rPr lang="sl-SI" sz="1500" dirty="0" err="1"/>
              <a:t>cookie</a:t>
            </a:r>
            <a:r>
              <a:rPr lang="sl-SI" sz="1500" dirty="0"/>
              <a:t>"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/>
              <a:t>Pridobitev </a:t>
            </a:r>
            <a:r>
              <a:rPr lang="sl-SI" sz="1500" err="1"/>
              <a:t>avtentikacijske</a:t>
            </a:r>
            <a:r>
              <a:rPr lang="sl-SI" sz="1500"/>
              <a:t> kode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 dirty="0"/>
              <a:t>Razred </a:t>
            </a:r>
            <a:r>
              <a:rPr lang="sl-SI" sz="1500" dirty="0" err="1"/>
              <a:t>Auth</a:t>
            </a:r>
            <a:endParaRPr lang="sl-SI" sz="1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52FC00-E6D3-45AF-BE3D-036814114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8A98370-B037-2561-15C6-F2FD1DE7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3" y="314960"/>
            <a:ext cx="6249834" cy="623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51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9743" y="1144706"/>
            <a:ext cx="3464109" cy="14699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l-SI" sz="4600" dirty="0"/>
              <a:t>Prevzem ocen</a:t>
            </a:r>
            <a:endParaRPr lang="sl-SI" sz="4600" i="1" kern="1200" spc="100" baseline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3313" y="3122974"/>
            <a:ext cx="4107417" cy="14038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 dirty="0"/>
              <a:t>v okvir zahteve podamo </a:t>
            </a:r>
            <a:r>
              <a:rPr lang="sl-SI" sz="1500" dirty="0" err="1"/>
              <a:t>avtentikacijsko</a:t>
            </a:r>
            <a:r>
              <a:rPr lang="sl-SI" sz="1500" dirty="0"/>
              <a:t> kodo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 dirty="0"/>
              <a:t>dobimo JSON niz podatkov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500" dirty="0"/>
              <a:t>niz shranimo v razred Data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sl-SI" sz="15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52FC00-E6D3-45AF-BE3D-036814114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2660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pic>
        <p:nvPicPr>
          <p:cNvPr id="6" name="Picture 5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618A8C31-1741-847D-D715-212CD374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84" y="721360"/>
            <a:ext cx="7054312" cy="547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97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2D271B9-9BA2-4AF0-AE69-43E7D26B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1" y="3928374"/>
            <a:ext cx="10351007" cy="13464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l-SI" sz="6100" err="1"/>
              <a:t>Dodanjanje</a:t>
            </a:r>
            <a:r>
              <a:rPr lang="sl-SI" sz="6100"/>
              <a:t> "kart" na fragment</a:t>
            </a:r>
            <a:endParaRPr lang="en-US" sz="6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431808"/>
            <a:ext cx="10330686" cy="10602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700" dirty="0"/>
              <a:t>funkcija za nalaganje v pogled</a:t>
            </a:r>
            <a:endParaRPr lang="en-US" sz="1700" dirty="0"/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700" dirty="0"/>
              <a:t>Pogled "</a:t>
            </a:r>
            <a:r>
              <a:rPr lang="sl-SI" sz="1700" dirty="0" err="1"/>
              <a:t>RecyclerView</a:t>
            </a:r>
            <a:r>
              <a:rPr lang="sl-SI" sz="1700" dirty="0"/>
              <a:t>" za prikaz ocen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700" dirty="0"/>
              <a:t>"kartica" za posamezno oceno.</a:t>
            </a:r>
          </a:p>
        </p:txBody>
      </p:sp>
      <p:pic>
        <p:nvPicPr>
          <p:cNvPr id="7" name="Picture 6" descr="A blue screen with white text&#10;&#10;Description automatically generated">
            <a:extLst>
              <a:ext uri="{FF2B5EF4-FFF2-40B4-BE49-F238E27FC236}">
                <a16:creationId xmlns:a16="http://schemas.microsoft.com/office/drawing/2014/main" id="{D90E4A66-B9E4-BC5B-2BBE-752373CE7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310" y="2748228"/>
            <a:ext cx="4726435" cy="795513"/>
          </a:xfrm>
          <a:prstGeom prst="rect">
            <a:avLst/>
          </a:prstGeom>
        </p:spPr>
      </p:pic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7D2B8B4-9C4C-E5D6-8900-2A2653E3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31" y="477032"/>
            <a:ext cx="3836416" cy="1990094"/>
          </a:xfrm>
          <a:prstGeom prst="rect">
            <a:avLst/>
          </a:prstGeom>
        </p:spPr>
      </p:pic>
      <p:pic>
        <p:nvPicPr>
          <p:cNvPr id="4" name="Picture 3" descr="A computer screen shot of text">
            <a:extLst>
              <a:ext uri="{FF2B5EF4-FFF2-40B4-BE49-F238E27FC236}">
                <a16:creationId xmlns:a16="http://schemas.microsoft.com/office/drawing/2014/main" id="{54D57ECC-CA72-520F-C27F-9BE58961C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72" y="286438"/>
            <a:ext cx="7758176" cy="2259522"/>
          </a:xfrm>
          <a:prstGeom prst="rect">
            <a:avLst/>
          </a:prstGeom>
        </p:spPr>
      </p:pic>
      <p:sp>
        <p:nvSpPr>
          <p:cNvPr id="30" name="Freeform 6">
            <a:extLst>
              <a:ext uri="{FF2B5EF4-FFF2-40B4-BE49-F238E27FC236}">
                <a16:creationId xmlns:a16="http://schemas.microsoft.com/office/drawing/2014/main" id="{4C81B9CA-1414-4F8E-878C-2D9B6603C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49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sl-SI"/>
              <a:t>Vmesnik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7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1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Prijavna aktivnost</a:t>
            </a:r>
            <a:endParaRPr lang="sl-SI" sz="6000" i="1" kern="1200" spc="100" baseline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876803"/>
            <a:ext cx="5364936" cy="9098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2 polji in gumb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sprejme prijavne podatke za storitev </a:t>
            </a:r>
            <a:r>
              <a:rPr lang="sl-SI" sz="1400" err="1"/>
              <a:t>eAsistent</a:t>
            </a:r>
            <a:endParaRPr lang="sl-SI" sz="1400"/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lahko prikaže morebitno napako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3AD65D1-B021-4B05-9F8F-4D82BD3BD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76934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A6AB9118-2D20-45B3-8FE0-E331940B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953" y="448038"/>
            <a:ext cx="2817362" cy="5961924"/>
          </a:xfrm>
          <a:prstGeom prst="rect">
            <a:avLst/>
          </a:prstGeom>
        </p:spPr>
      </p:pic>
      <p:sp>
        <p:nvSpPr>
          <p:cNvPr id="3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10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1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 sz="6000"/>
              <a:t>Glavna aktivnost</a:t>
            </a:r>
            <a:endParaRPr lang="sl-SI" sz="6000" i="1" kern="1200" spc="100" baseline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876803"/>
            <a:ext cx="5372057" cy="12018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4 fragmenti</a:t>
            </a:r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vrstica s 4 gumbi</a:t>
            </a:r>
            <a:endParaRPr lang="sl-SI"/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prikaže podatke iz storitve </a:t>
            </a:r>
            <a:r>
              <a:rPr lang="sl-SI" sz="1400" err="1"/>
              <a:t>eAsistent</a:t>
            </a:r>
            <a:endParaRPr lang="sl-SI" sz="1400"/>
          </a:p>
          <a:p>
            <a:pPr marL="18288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l-SI" sz="1400"/>
              <a:t>barvno paleto bere iz sistemskega ozadja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3AD65D1-B021-4B05-9F8F-4D82BD3BD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76934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phone&#10;&#10;Description automatically generated">
            <a:extLst>
              <a:ext uri="{FF2B5EF4-FFF2-40B4-BE49-F238E27FC236}">
                <a16:creationId xmlns:a16="http://schemas.microsoft.com/office/drawing/2014/main" id="{A6AB9118-2D20-45B3-8FE0-E331940B0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953" y="452454"/>
            <a:ext cx="2817362" cy="5953091"/>
          </a:xfrm>
          <a:prstGeom prst="rect">
            <a:avLst/>
          </a:prstGeom>
        </p:spPr>
      </p:pic>
      <p:sp>
        <p:nvSpPr>
          <p:cNvPr id="3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51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26ECA7-2723-1852-9FBF-CDCC2350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sl-SI" dirty="0"/>
              <a:t>Testiranje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AED5A-D27D-A17E-C040-2809972B3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3620" y="4164697"/>
            <a:ext cx="7604761" cy="1357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 dirty="0"/>
              <a:t>črna škatla</a:t>
            </a:r>
            <a:endParaRPr lang="en-US" dirty="0"/>
          </a:p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 dirty="0"/>
              <a:t>bela škatla</a:t>
            </a:r>
          </a:p>
          <a:p>
            <a:pPr marL="182880" indent="-342900" algn="ctr">
              <a:buFont typeface="Arial" panose="020B0604020202020204" pitchFamily="34" charset="0"/>
              <a:buChar char="•"/>
            </a:pPr>
            <a:r>
              <a:rPr lang="sl-SI" dirty="0"/>
              <a:t>siva škatla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97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0066-9013-8D09-2D5E-C5A774D47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1322832"/>
          </a:xfrm>
        </p:spPr>
        <p:txBody>
          <a:bodyPr>
            <a:normAutofit fontScale="90000"/>
          </a:bodyPr>
          <a:lstStyle/>
          <a:p>
            <a:r>
              <a:rPr lang="sl-SI" dirty="0"/>
              <a:t>Možnosti izboljšave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2A664-AD55-6554-68B4-88B25D848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392" y="2714752"/>
            <a:ext cx="6720840" cy="18216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sl-SI" dirty="0"/>
              <a:t>svetla tema aplikacije</a:t>
            </a:r>
          </a:p>
          <a:p>
            <a:pPr marL="342900" indent="-342900">
              <a:buChar char="•"/>
            </a:pPr>
            <a:r>
              <a:rPr lang="sl-SI" dirty="0"/>
              <a:t>optimizacija delovanja</a:t>
            </a:r>
          </a:p>
          <a:p>
            <a:pPr marL="342900" indent="-342900">
              <a:buChar char="•"/>
            </a:pPr>
            <a:r>
              <a:rPr lang="sl-SI" dirty="0"/>
              <a:t>dodatek prikaza urnika</a:t>
            </a:r>
          </a:p>
        </p:txBody>
      </p:sp>
    </p:spTree>
    <p:extLst>
      <p:ext uri="{BB962C8B-B14F-4D97-AF65-F5344CB8AC3E}">
        <p14:creationId xmlns:p14="http://schemas.microsoft.com/office/powerpoint/2010/main" val="635675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0066-9013-8D09-2D5E-C5A774D47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792" y="2758440"/>
            <a:ext cx="8600440" cy="1322832"/>
          </a:xfrm>
        </p:spPr>
        <p:txBody>
          <a:bodyPr>
            <a:normAutofit fontScale="90000"/>
          </a:bodyPr>
          <a:lstStyle/>
          <a:p>
            <a:r>
              <a:rPr lang="sl-SI" dirty="0"/>
              <a:t>Hvala za Vašo pozornost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1647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HeadlinesVTI</vt:lpstr>
      <vt:lpstr>Mobilni odjemalec storitve eAsistent</vt:lpstr>
      <vt:lpstr>Vsebina</vt:lpstr>
      <vt:lpstr>Uporabljene tehnologije</vt:lpstr>
      <vt:lpstr>Android</vt:lpstr>
      <vt:lpstr>Android Studio</vt:lpstr>
      <vt:lpstr>XML</vt:lpstr>
      <vt:lpstr>JSON</vt:lpstr>
      <vt:lpstr>Gradle</vt:lpstr>
      <vt:lpstr>Git</vt:lpstr>
      <vt:lpstr>Retrofit</vt:lpstr>
      <vt:lpstr>Struktura programa</vt:lpstr>
      <vt:lpstr>eA aplikacijski vmesnik</vt:lpstr>
      <vt:lpstr>eA aplikacijski vmesnik</vt:lpstr>
      <vt:lpstr>Osnovna struktura</vt:lpstr>
      <vt:lpstr>Potek prikaza ocen</vt:lpstr>
      <vt:lpstr>Avtentikacija</vt:lpstr>
      <vt:lpstr>Prevzem ocen</vt:lpstr>
      <vt:lpstr>Dodanjanje "kart" na fragment</vt:lpstr>
      <vt:lpstr>Vmesnik</vt:lpstr>
      <vt:lpstr>Prijavna aktivnost</vt:lpstr>
      <vt:lpstr>Glavna aktivnost</vt:lpstr>
      <vt:lpstr>Testiranje</vt:lpstr>
      <vt:lpstr>Možnosti izboljšave</vt:lpstr>
      <vt:lpstr>Hvala za Vašo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166</cp:revision>
  <dcterms:created xsi:type="dcterms:W3CDTF">2024-04-22T09:47:24Z</dcterms:created>
  <dcterms:modified xsi:type="dcterms:W3CDTF">2024-04-24T08:57:26Z</dcterms:modified>
</cp:coreProperties>
</file>